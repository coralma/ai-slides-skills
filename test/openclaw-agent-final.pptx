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3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3"/>
    <p:sldMasterId id="2147483696" r:id="rId4"/>
    <p:sldMasterId id="2147483720" r:id="rId5"/>
    <p:sldMasterId id="2147483744" r:id="rId6"/>
    <p:sldMasterId id="2147483768" r:id="rId7"/>
    <p:sldMasterId id="2147483792" r:id="rId8"/>
    <p:sldMasterId id="2147483816" r:id="rId9"/>
    <p:sldMasterId id="2147483840" r:id="rId10"/>
  </p:sldMasterIdLst>
  <p:notesMasterIdLst>
    <p:notesMasterId r:id="rId15"/>
  </p:notesMasterIdLst>
  <p:handoutMasterIdLst>
    <p:handoutMasterId r:id="rId24"/>
  </p:handoutMasterIdLst>
  <p:sldIdLst>
    <p:sldId id="350" r:id="rId11"/>
    <p:sldId id="16670143" r:id="rId29"/>
    <p:sldId id="16670144" r:id="rId30"/>
    <p:sldId id="16670145" r:id="rId31"/>
    <p:sldId id="16670146" r:id="rId32"/>
    <p:sldId id="16670147" r:id="rId33"/>
    <p:sldId id="16670148" r:id="rId34"/>
    <p:sldId id="270" r:id="rId23"/>
  </p:sldIdLst>
  <p:sldSz cx="12188825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881" userDrawn="1">
          <p15:clr>
            <a:srgbClr val="A4A3A4"/>
          </p15:clr>
        </p15:guide>
        <p15:guide id="2" orient="horz" pos="748" userDrawn="1">
          <p15:clr>
            <a:srgbClr val="A4A3A4"/>
          </p15:clr>
        </p15:guide>
        <p15:guide id="3" orient="horz" pos="35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" initials="AP021" lastIdx="0" clrIdx="0"/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46E"/>
    <a:srgbClr val="FFFFFF"/>
    <a:srgbClr val="00A758"/>
    <a:srgbClr val="38A669"/>
    <a:srgbClr val="00E075"/>
    <a:srgbClr val="70D39D"/>
    <a:srgbClr val="0000C1"/>
    <a:srgbClr val="E5E5FF"/>
    <a:srgbClr val="D9FFCD"/>
    <a:srgbClr val="9BF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2398" autoAdjust="0"/>
  </p:normalViewPr>
  <p:slideViewPr>
    <p:cSldViewPr snapToGrid="0" snapToObjects="1" showGuides="1">
      <p:cViewPr>
        <p:scale>
          <a:sx n="50" d="100"/>
          <a:sy n="50" d="100"/>
        </p:scale>
        <p:origin x="1176" y="328"/>
      </p:cViewPr>
      <p:guideLst>
        <p:guide pos="4881"/>
        <p:guide orient="horz" pos="748"/>
        <p:guide orient="horz" pos="35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 snapToObjects="1">
      <p:cViewPr varScale="1">
        <p:scale>
          <a:sx n="83" d="100"/>
          <a:sy n="83" d="100"/>
        </p:scale>
        <p:origin x="3852" y="96"/>
      </p:cViewPr>
      <p:guideLst>
        <p:guide orient="horz" pos="2589"/>
        <p:guide pos="431"/>
        <p:guide pos="3907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handoutMaster" Target="handoutMasters/handout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Relationship Id="rId28" Type="http://schemas.openxmlformats.org/officeDocument/2006/relationships/commentAuthors" Target="commentAuthors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45FD6-6E8E-4481-9C29-1B483B424A57}" type="slidenum">
              <a:rPr sz="1400"/>
            </a:fld>
            <a:endParaRPr sz="14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319088"/>
            <a:ext cx="5761037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513" y="3718559"/>
            <a:ext cx="5764213" cy="495808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 noProof="0"/>
              <a:t>Click to edit Master text styles</a:t>
            </a:r>
            <a:endParaRPr lang="en-CA" noProof="0"/>
          </a:p>
          <a:p>
            <a:pPr lvl="1"/>
            <a:r>
              <a:rPr lang="en-CA" noProof="0"/>
              <a:t>Second level</a:t>
            </a:r>
            <a:endParaRPr lang="en-CA" noProof="0"/>
          </a:p>
          <a:p>
            <a:pPr lvl="2"/>
            <a:r>
              <a:rPr lang="en-CA" noProof="0"/>
              <a:t>Third level</a:t>
            </a:r>
            <a:endParaRPr lang="en-CA" noProof="0"/>
          </a:p>
          <a:p>
            <a:pPr lvl="3"/>
            <a:r>
              <a:rPr lang="en-CA" noProof="0"/>
              <a:t>Fourth level</a:t>
            </a:r>
            <a:endParaRPr lang="en-CA" noProof="0"/>
          </a:p>
          <a:p>
            <a:pPr lvl="4"/>
            <a:r>
              <a:rPr lang="en-CA" noProof="0"/>
              <a:t>Fifth level</a:t>
            </a:r>
            <a:endParaRPr lang="en-CA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00">
                <a:latin typeface="+mn-lt"/>
              </a:defRPr>
            </a:lvl1pPr>
          </a:lstStyle>
          <a:p>
            <a:fld id="{4FF0573C-F130-4D1E-A886-85FBB65D3A1B}" type="slidenum">
              <a:rPr lang="en-CA" smtClean="0"/>
            </a:fld>
            <a:endParaRPr lang="en-C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71450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9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9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749935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9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033145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9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316990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9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0573C-F130-4D1E-A886-85FBB65D3A1B}" type="slidenum">
              <a:rPr lang="en-CA" smtClean="0"/>
            </a:fld>
            <a:endParaRPr lang="en-CA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e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jpe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jpeg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7.png"/><Relationship Id="rId3" Type="http://schemas.microsoft.com/office/2007/relationships/hdphoto" Target="../media/image8.wdp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6" t="10507" r="1670" b="7911"/>
          <a:stretch>
            <a:fillRect/>
          </a:stretch>
        </p:blipFill>
        <p:spPr>
          <a:xfrm>
            <a:off x="7776674" y="0"/>
            <a:ext cx="4567726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776674" y="0"/>
            <a:ext cx="44121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</a:fld>
            <a:endParaRPr lang="en-CA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lang="en-CA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 algn="r"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0965" indent="0" algn="r">
              <a:buNone/>
              <a:defRPr sz="1200">
                <a:solidFill>
                  <a:schemeClr val="tx1"/>
                </a:solidFill>
              </a:defRPr>
            </a:lvl4pPr>
            <a:lvl5pPr marL="1828165" indent="0" algn="r">
              <a:buNone/>
              <a:defRPr sz="1200">
                <a:solidFill>
                  <a:schemeClr val="tx1"/>
                </a:solidFill>
              </a:defRPr>
            </a:lvl5pPr>
            <a:lvl6pPr marL="2285365" indent="0" algn="r">
              <a:buNone/>
              <a:defRPr sz="1200">
                <a:solidFill>
                  <a:schemeClr val="tx1"/>
                </a:solidFill>
              </a:defRPr>
            </a:lvl6pPr>
            <a:lvl7pPr marL="2742565" indent="0" algn="r">
              <a:buNone/>
              <a:defRPr sz="1200">
                <a:solidFill>
                  <a:schemeClr val="tx1"/>
                </a:solidFill>
              </a:defRPr>
            </a:lvl7pPr>
            <a:lvl8pPr marL="3199130" indent="0" algn="r">
              <a:buNone/>
              <a:defRPr sz="1200">
                <a:solidFill>
                  <a:schemeClr val="tx1"/>
                </a:solidFill>
              </a:defRPr>
            </a:lvl8pPr>
            <a:lvl9pPr marL="365633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r>
              <a:rPr lang="en-US" altLang="zh-CN" dirty="0"/>
              <a:t>				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D3FA57E-F3C9-4422-B7DF-F56B8E1A49EB}" type="datetime4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466343" y="1434190"/>
            <a:ext cx="11274552" cy="4582297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绿色的植物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7" r="1670" b="7911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822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dirty="0" err="1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i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演讲主题</a:t>
            </a:r>
            <a:endParaRPr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baseline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演讲人全名</a:t>
            </a:r>
            <a:endParaRPr lang="en-CA" dirty="0"/>
          </a:p>
        </p:txBody>
      </p:sp>
      <p:sp>
        <p:nvSpPr>
          <p:cNvPr id="11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EE08E108-527B-4B52-98A7-35210C16A695}" type="datetime4">
              <a:rPr lang="en-CA" smtClean="0"/>
            </a:fld>
            <a:endParaRPr lang="en-US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338455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730" indent="0">
              <a:buNone/>
              <a:defRPr>
                <a:solidFill>
                  <a:schemeClr val="bg1"/>
                </a:solidFill>
              </a:defRPr>
            </a:lvl4pPr>
            <a:lvl5pPr marL="13804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请在此处添加演讲副标题</a:t>
            </a:r>
            <a:endParaRPr lang="en-US" dirty="0"/>
          </a:p>
        </p:txBody>
      </p:sp>
      <p:pic>
        <p:nvPicPr>
          <p:cNvPr id="17" name="Graphic 8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lang="en-CA"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>
            <a:lvl1pPr>
              <a:defRPr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fld id="{BB333B34-C87C-402E-ABB0-13B7C9DEBBC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165219" y="1434190"/>
            <a:ext cx="4236689" cy="4594268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lang="en-US" altLang="zh-CN" sz="1600" b="1" kern="1200" dirty="0" smtClean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+mn-cs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altLang="zh-CN" dirty="0"/>
          </a:p>
          <a:p>
            <a:pPr lvl="2"/>
            <a:r>
              <a:rPr lang="zh-CN" altLang="en-US" dirty="0"/>
              <a:t>条目</a:t>
            </a:r>
            <a:r>
              <a:rPr lang="en-US" dirty="0"/>
              <a:t> 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点击添加目录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4236690" cy="458484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1">
                <a:latin typeface="+mn-lt"/>
              </a:defRPr>
            </a:lvl1pPr>
            <a:lvl2pPr marL="0" indent="0">
              <a:spcBef>
                <a:spcPts val="600"/>
              </a:spcBef>
              <a:buSzPct val="130000"/>
              <a:buFont typeface="Arial" panose="020B0604020202090204" pitchFamily="34" charset="0"/>
              <a:buNone/>
              <a:defRPr sz="16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 marL="171450" indent="-171450">
              <a:spcBef>
                <a:spcPts val="600"/>
              </a:spcBef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  <a:lvl6pPr marL="0" indent="0">
              <a:buSzPct val="130000"/>
              <a:buFont typeface="Manulife JH Sans" panose="020B0503040401060103" pitchFamily="34" charset="0"/>
              <a:buNone/>
              <a:defRPr>
                <a:latin typeface="Manulife JH Sans Light" panose="020B0303040401060103" pitchFamily="34" charset="0"/>
              </a:defRPr>
            </a:lvl6pPr>
            <a:lvl7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7pPr>
            <a:lvl8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8pPr>
            <a:lvl9pPr marL="171450" indent="-171450">
              <a:buSzPct val="130000"/>
              <a:buFont typeface="Arial" panose="020B0604020202090204" pitchFamily="34" charset="0"/>
              <a:buChar char="•"/>
              <a:defRPr sz="1600">
                <a:latin typeface="Manulife JH Sans Light" panose="020B0303040401060103" pitchFamily="34" charset="0"/>
              </a:defRPr>
            </a:lvl9pPr>
          </a:lstStyle>
          <a:p>
            <a:pPr lvl="1"/>
            <a:r>
              <a:rPr lang="zh-CN" altLang="en-US" dirty="0"/>
              <a:t>章节标题</a:t>
            </a:r>
            <a:endParaRPr lang="en-US" dirty="0"/>
          </a:p>
          <a:p>
            <a:pPr lvl="2"/>
            <a:r>
              <a:rPr lang="zh-CN" altLang="en-US" dirty="0"/>
              <a:t>条目</a:t>
            </a:r>
            <a:r>
              <a:rPr lang="en-US" altLang="zh-CN" dirty="0"/>
              <a:t>1</a:t>
            </a:r>
            <a:endParaRPr lang="en-US" dirty="0"/>
          </a:p>
          <a:p>
            <a:pPr lvl="3"/>
            <a:r>
              <a:rPr lang="zh-CN" altLang="en-US" dirty="0"/>
              <a:t>条目</a:t>
            </a:r>
            <a:r>
              <a:rPr lang="en-US" dirty="0"/>
              <a:t> 2</a:t>
            </a:r>
            <a:endParaRPr lang="en-US" dirty="0"/>
          </a:p>
          <a:p>
            <a:pPr lvl="4"/>
            <a:r>
              <a:rPr lang="zh-CN" altLang="en-US" dirty="0"/>
              <a:t>条目</a:t>
            </a:r>
            <a:r>
              <a:rPr lang="en-US" dirty="0"/>
              <a:t> 3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4</a:t>
            </a:r>
            <a:endParaRPr lang="en-US" dirty="0"/>
          </a:p>
          <a:p>
            <a:pPr lvl="6"/>
            <a:r>
              <a:rPr lang="zh-CN" altLang="en-US" dirty="0"/>
              <a:t>条目</a:t>
            </a:r>
            <a:r>
              <a:rPr lang="en-US" dirty="0"/>
              <a:t> 5</a:t>
            </a:r>
            <a:endParaRPr lang="en-US" dirty="0"/>
          </a:p>
          <a:p>
            <a:pPr lvl="7"/>
            <a:r>
              <a:rPr lang="zh-CN" altLang="en-US" dirty="0"/>
              <a:t>条目</a:t>
            </a:r>
            <a:r>
              <a:rPr lang="en-US" dirty="0"/>
              <a:t> 6</a:t>
            </a:r>
            <a:endParaRPr lang="en-US" dirty="0"/>
          </a:p>
          <a:p>
            <a:pPr lvl="8"/>
            <a:r>
              <a:rPr lang="zh-CN" altLang="en-US" dirty="0"/>
              <a:t>条目</a:t>
            </a:r>
            <a:r>
              <a:rPr lang="en-US" dirty="0"/>
              <a:t> 7</a:t>
            </a:r>
            <a:endParaRPr lang="en-US" dirty="0"/>
          </a:p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Noto Sans CJK SC Regular" panose="020B0500000000000000" pitchFamily="34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63674"/>
            <a:ext cx="11274552" cy="4555357"/>
          </a:xfrm>
        </p:spPr>
        <p:txBody>
          <a:bodyPr/>
          <a:lstStyle>
            <a:lvl1pPr>
              <a:defRPr sz="1400"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 baseline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点击图标以添加表格或图表</a:t>
            </a:r>
            <a:endParaRPr lang="en-US" altLang="zh-CN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35608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zh-CN" altLang="en-US" dirty="0"/>
              <a:t>副标题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bg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6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279077"/>
            <a:ext cx="10191045" cy="1774281"/>
          </a:xfrm>
        </p:spPr>
        <p:txBody>
          <a:bodyPr anchor="ctr">
            <a:normAutofit/>
          </a:bodyPr>
          <a:lstStyle>
            <a:lvl1pPr>
              <a:defRPr sz="72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章节标题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220336" y="6162420"/>
            <a:ext cx="8914067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9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幻灯标题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92007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en-US" altLang="zh-CN" dirty="0"/>
          </a:p>
          <a:p>
            <a:pPr lvl="1"/>
            <a:r>
              <a:rPr lang="zh-CN" altLang="en-US" dirty="0"/>
              <a:t>二级要点</a:t>
            </a:r>
            <a:endParaRPr lang="en-US" altLang="zh-CN" dirty="0"/>
          </a:p>
          <a:p>
            <a:pPr lvl="2"/>
            <a:r>
              <a:rPr lang="zh-CN" altLang="en-US" dirty="0"/>
              <a:t>三级要点</a:t>
            </a:r>
            <a:endParaRPr lang="en-US" altLang="zh-CN"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6370"/>
          </a:xfrm>
        </p:spPr>
        <p:txBody>
          <a:bodyPr>
            <a:noAutofit/>
          </a:bodyPr>
          <a:lstStyle>
            <a:lvl1pPr>
              <a:defRPr sz="2000" baseline="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点击添加标题</a:t>
            </a:r>
            <a:endParaRPr lang="zh-CN" altLang="en-US" dirty="0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17743"/>
          </a:xfrm>
        </p:spPr>
        <p:txBody>
          <a:bodyPr>
            <a:noAutofit/>
          </a:bodyPr>
          <a:lstStyle>
            <a:lvl1pPr>
              <a:defRPr sz="20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8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defRPr sz="16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defRPr sz="1400" b="0" i="0">
                <a:latin typeface="Manulife JH Sans" panose="020B0503040401060103" pitchFamily="34" charset="0"/>
                <a:ea typeface="Noto Sans CJK SC Regular" panose="020B0500000000000000" pitchFamily="34" charset="-122"/>
                <a:cs typeface="Noto Sans CJK SC Light" charset="-122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单击增添要点</a:t>
            </a:r>
            <a:endParaRPr lang="zh-CN" altLang="en-US" dirty="0"/>
          </a:p>
          <a:p>
            <a:pPr lvl="1"/>
            <a:r>
              <a:rPr lang="zh-CN" altLang="en-US" dirty="0"/>
              <a:t>二级要点</a:t>
            </a:r>
            <a:endParaRPr lang="zh-CN" altLang="en-US" dirty="0"/>
          </a:p>
          <a:p>
            <a:pPr lvl="2"/>
            <a:r>
              <a:rPr lang="zh-CN" altLang="en-US" dirty="0"/>
              <a:t>三级要点</a:t>
            </a:r>
            <a:endParaRPr lang="zh-CN" altLang="en-US" dirty="0"/>
          </a:p>
          <a:p>
            <a:pPr lvl="3"/>
            <a:r>
              <a:rPr lang="zh-CN" altLang="en-US" dirty="0"/>
              <a:t>四级要点</a:t>
            </a:r>
            <a:endParaRPr lang="zh-CN" altLang="en-US" dirty="0"/>
          </a:p>
          <a:p>
            <a:pPr lvl="4"/>
            <a:r>
              <a:rPr lang="zh-CN" altLang="en-US" dirty="0"/>
              <a:t>五级要点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0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2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79" y="1435608"/>
            <a:ext cx="8181716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3559180" y="475488"/>
            <a:ext cx="8181715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noProof="0" dirty="0"/>
              <a:t>幻灯片标题</a:t>
            </a:r>
            <a:endParaRPr lang="en-CA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  <p:pic>
        <p:nvPicPr>
          <p:cNvPr id="18" name="Graphic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559179" y="6162420"/>
            <a:ext cx="7575224" cy="40245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lang="en-CA" altLang="zh-CN" sz="800">
                <a:latin typeface="Manulife JH Sans Light" panose="020B0303040401060103" pitchFamily="34" charset="0"/>
                <a:ea typeface="Noto Sans CJK SC Light" charset="-122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Manulife JH Sans Light" panose="020B0303040401060103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引文请使用</a:t>
            </a:r>
            <a:r>
              <a:rPr lang="en-US" altLang="zh-CN" dirty="0"/>
              <a:t>Noto Sans SC  Light</a:t>
            </a:r>
            <a:r>
              <a:rPr lang="zh-CN" altLang="en-US" dirty="0"/>
              <a:t> （中文）</a:t>
            </a:r>
            <a:r>
              <a:rPr lang="en-US" altLang="zh-CN" dirty="0"/>
              <a:t>, </a:t>
            </a:r>
            <a:r>
              <a:rPr lang="en-CA" altLang="zh-CN" dirty="0">
                <a:latin typeface="+mn-lt"/>
              </a:rPr>
              <a:t>Manulife JH Sans Light</a:t>
            </a:r>
            <a:r>
              <a:rPr lang="en-CA" altLang="zh-CN" dirty="0"/>
              <a:t>(</a:t>
            </a:r>
            <a:r>
              <a:rPr lang="zh-CN" altLang="en-US" dirty="0"/>
              <a:t>英文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CA" altLang="zh-CN" dirty="0"/>
              <a:t>)</a:t>
            </a:r>
            <a:r>
              <a:rPr lang="zh-CN" altLang="en-US" dirty="0"/>
              <a:t>，</a:t>
            </a:r>
            <a:r>
              <a:rPr lang="en-CA" altLang="zh-CN" dirty="0"/>
              <a:t> </a:t>
            </a:r>
            <a:r>
              <a:rPr lang="zh-CN" altLang="en-US" dirty="0"/>
              <a:t>字号为</a:t>
            </a:r>
            <a:r>
              <a:rPr lang="en-US" altLang="zh-CN" dirty="0"/>
              <a:t>8</a:t>
            </a:r>
            <a:r>
              <a:rPr lang="zh-CN" altLang="en-US" dirty="0"/>
              <a:t>号</a:t>
            </a:r>
            <a:endParaRPr lang="en-US" altLang="zh-CN" dirty="0"/>
          </a:p>
        </p:txBody>
      </p:sp>
      <p:sp>
        <p:nvSpPr>
          <p:cNvPr id="19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3559180" y="1435608"/>
            <a:ext cx="2463800" cy="450323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90204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2pPr>
            <a:lvl3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3pPr>
            <a:lvl4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4pPr>
            <a:lvl5pPr>
              <a:lnSpc>
                <a:spcPct val="100000"/>
              </a:lnSpc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点击添加要点</a:t>
            </a:r>
            <a:endParaRPr lang="en-US" dirty="0"/>
          </a:p>
          <a:p>
            <a:pPr lvl="1"/>
            <a:r>
              <a:rPr lang="zh-CN" altLang="en-US" dirty="0"/>
              <a:t>二级</a:t>
            </a:r>
            <a:endParaRPr lang="en-US" dirty="0"/>
          </a:p>
          <a:p>
            <a:pPr lvl="2"/>
            <a:r>
              <a:rPr lang="zh-CN" altLang="en-US" dirty="0"/>
              <a:t>三级</a:t>
            </a:r>
            <a:endParaRPr lang="en-US" dirty="0"/>
          </a:p>
          <a:p>
            <a:pPr lvl="3"/>
            <a:r>
              <a:rPr lang="zh-CN" altLang="en-US" dirty="0"/>
              <a:t>四级</a:t>
            </a:r>
            <a:endParaRPr lang="en-US" dirty="0"/>
          </a:p>
          <a:p>
            <a:pPr lvl="4"/>
            <a:r>
              <a:rPr lang="zh-CN" altLang="en-US" dirty="0"/>
              <a:t>五级</a:t>
            </a:r>
            <a:endParaRPr lang="en-CA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4549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此处添加标题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533315" y="1435608"/>
            <a:ext cx="5207580" cy="450323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 sz="1400">
                <a:latin typeface="Manulife JH Sans" panose="020B0503040401060103" pitchFamily="34" charset="0"/>
                <a:ea typeface="Noto Sans CJK SC Regular" panose="020B0500000000000000" pitchFamily="34" charset="-122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Manulife JH Sans" panose="020B0503040401060103" pitchFamily="34" charset="0"/>
              <a:buNone/>
              <a:defRPr/>
            </a:pPr>
            <a:r>
              <a:rPr lang="zh-CN" altLang="en-US" dirty="0"/>
              <a:t>添加正文或点击图标进行更多选择</a:t>
            </a:r>
            <a:endParaRPr lang="en-US" altLang="zh-CN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Manulife JH Sans" panose="020B0503040401060103" pitchFamily="34" charset="0"/>
                <a:ea typeface="Noto Sans CJK SC Regular" panose="020B0500000000000000" pitchFamily="34" charset="-122"/>
                <a:cs typeface="Manulife JH Sans" panose="020B0503040401060103" pitchFamily="34" charset="0"/>
              </a:defRPr>
            </a:lvl1pPr>
            <a:lvl2pPr marL="338455" indent="0">
              <a:buNone/>
              <a:defRPr/>
            </a:lvl2pPr>
            <a:lvl3pPr marL="685800" indent="0">
              <a:buNone/>
              <a:defRPr/>
            </a:lvl3pPr>
            <a:lvl4pPr marL="1014730" indent="0">
              <a:buNone/>
              <a:defRPr/>
            </a:lvl4pPr>
            <a:lvl5pPr marL="1380490" indent="0">
              <a:buNone/>
              <a:defRPr/>
            </a:lvl5pPr>
          </a:lstStyle>
          <a:p>
            <a:pPr lvl="0"/>
            <a:r>
              <a:rPr lang="zh-CN" altLang="en-US" dirty="0"/>
              <a:t>备选标题</a:t>
            </a:r>
            <a:r>
              <a:rPr lang="en-US" altLang="zh-CN" dirty="0"/>
              <a:t>	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7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2478502" y="2014778"/>
            <a:ext cx="7231820" cy="282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57" y="472438"/>
            <a:ext cx="11274553" cy="792167"/>
          </a:xfrm>
        </p:spPr>
        <p:txBody>
          <a:bodyPr/>
          <a:lstStyle>
            <a:lvl1pPr>
              <a:defRPr b="1" i="0">
                <a:latin typeface="Noto Sans CJK SC" charset="-122"/>
                <a:ea typeface="Noto Sans CJK SC" charset="-122"/>
                <a:cs typeface="Noto Sans CJK SC" charset="-122"/>
              </a:defRPr>
            </a:lvl1pPr>
          </a:lstStyle>
          <a:p>
            <a:r>
              <a:rPr lang="zh-CN" altLang="en-US" dirty="0"/>
              <a:t>幻灯片标题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0855-3415-4B44-A311-896EF31A7502}" type="datetime4">
              <a:rPr lang="en-CA" altLang="zh-CN" smtClean="0"/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2541952"/>
            <a:ext cx="11292840" cy="1774281"/>
          </a:xfrm>
        </p:spPr>
        <p:txBody>
          <a:bodyPr anchor="ctr">
            <a:normAutofit/>
          </a:bodyPr>
          <a:lstStyle>
            <a:lvl1pPr>
              <a:defRPr sz="9995">
                <a:solidFill>
                  <a:schemeClr val="bg1"/>
                </a:solidFill>
              </a:defRPr>
            </a:lvl1pPr>
          </a:lstStyle>
          <a:p>
            <a:r>
              <a:rPr dirty="0"/>
              <a:t>Chapter slide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1DD11E-3393-4D05-96C5-D4F6688FBAB5}" type="datetime4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51" y="6245774"/>
            <a:ext cx="2389928" cy="53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dirty="0"/>
              <a:t>Slide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dirty="0"/>
              <a:t>Click to add main </a:t>
            </a:r>
            <a:r>
              <a:rPr lang="en-US" dirty="0"/>
              <a:t>bullet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46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69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85.xml"/><Relationship Id="rId17" Type="http://schemas.openxmlformats.org/officeDocument/2006/relationships/slideLayout" Target="../slideLayouts/slideLayout86.xml"/><Relationship Id="rId18" Type="http://schemas.openxmlformats.org/officeDocument/2006/relationships/slideLayout" Target="../slideLayouts/slideLayout87.xml"/><Relationship Id="rId19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89.xml"/><Relationship Id="rId21" Type="http://schemas.openxmlformats.org/officeDocument/2006/relationships/slideLayout" Target="../slideLayouts/slideLayout90.xml"/><Relationship Id="rId22" Type="http://schemas.openxmlformats.org/officeDocument/2006/relationships/slideLayout" Target="../slideLayouts/slideLayout91.xml"/><Relationship Id="rId23" Type="http://schemas.openxmlformats.org/officeDocument/2006/relationships/slideLayout" Target="../slideLayouts/slideLayout92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9.xml"/><Relationship Id="rId8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4.xml"/><Relationship Id="rId13" Type="http://schemas.openxmlformats.org/officeDocument/2006/relationships/slideLayout" Target="../slideLayouts/slideLayout105.xml"/><Relationship Id="rId14" Type="http://schemas.openxmlformats.org/officeDocument/2006/relationships/slideLayout" Target="../slideLayouts/slideLayout106.xml"/><Relationship Id="rId15" Type="http://schemas.openxmlformats.org/officeDocument/2006/relationships/slideLayout" Target="../slideLayouts/slideLayout107.xml"/><Relationship Id="rId16" Type="http://schemas.openxmlformats.org/officeDocument/2006/relationships/slideLayout" Target="../slideLayouts/slideLayout108.xml"/><Relationship Id="rId17" Type="http://schemas.openxmlformats.org/officeDocument/2006/relationships/slideLayout" Target="../slideLayouts/slideLayout109.xml"/><Relationship Id="rId18" Type="http://schemas.openxmlformats.org/officeDocument/2006/relationships/slideLayout" Target="../slideLayouts/slideLayout110.xml"/><Relationship Id="rId19" Type="http://schemas.openxmlformats.org/officeDocument/2006/relationships/slideLayout" Target="../slideLayouts/slideLayout111.xml"/><Relationship Id="rId20" Type="http://schemas.openxmlformats.org/officeDocument/2006/relationships/slideLayout" Target="../slideLayouts/slideLayout112.xml"/><Relationship Id="rId21" Type="http://schemas.openxmlformats.org/officeDocument/2006/relationships/slideLayout" Target="../slideLayouts/slideLayout113.xml"/><Relationship Id="rId22" Type="http://schemas.openxmlformats.org/officeDocument/2006/relationships/slideLayout" Target="../slideLayouts/slideLayout114.xml"/><Relationship Id="rId23" Type="http://schemas.openxmlformats.org/officeDocument/2006/relationships/slideLayout" Target="../slideLayouts/slideLayout115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117.xml"/><Relationship Id="rId3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20.xml"/><Relationship Id="rId6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122.xml"/><Relationship Id="rId8" Type="http://schemas.openxmlformats.org/officeDocument/2006/relationships/slideLayout" Target="../slideLayouts/slideLayout123.xml"/><Relationship Id="rId9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25.xml"/><Relationship Id="rId11" Type="http://schemas.openxmlformats.org/officeDocument/2006/relationships/slideLayout" Target="../slideLayouts/slideLayout126.xml"/><Relationship Id="rId12" Type="http://schemas.openxmlformats.org/officeDocument/2006/relationships/slideLayout" Target="../slideLayouts/slideLayout127.xml"/><Relationship Id="rId13" Type="http://schemas.openxmlformats.org/officeDocument/2006/relationships/slideLayout" Target="../slideLayouts/slideLayout128.xml"/><Relationship Id="rId14" Type="http://schemas.openxmlformats.org/officeDocument/2006/relationships/slideLayout" Target="../slideLayouts/slideLayout129.xml"/><Relationship Id="rId15" Type="http://schemas.openxmlformats.org/officeDocument/2006/relationships/slideLayout" Target="../slideLayouts/slideLayout130.xml"/><Relationship Id="rId16" Type="http://schemas.openxmlformats.org/officeDocument/2006/relationships/slideLayout" Target="../slideLayouts/slideLayout131.xml"/><Relationship Id="rId17" Type="http://schemas.openxmlformats.org/officeDocument/2006/relationships/slideLayout" Target="../slideLayouts/slideLayout132.xml"/><Relationship Id="rId18" Type="http://schemas.openxmlformats.org/officeDocument/2006/relationships/slideLayout" Target="../slideLayouts/slideLayout133.xml"/><Relationship Id="rId19" Type="http://schemas.openxmlformats.org/officeDocument/2006/relationships/slideLayout" Target="../slideLayouts/slideLayout134.xml"/><Relationship Id="rId20" Type="http://schemas.openxmlformats.org/officeDocument/2006/relationships/slideLayout" Target="../slideLayouts/slideLayout135.xml"/><Relationship Id="rId21" Type="http://schemas.openxmlformats.org/officeDocument/2006/relationships/slideLayout" Target="../slideLayouts/slideLayout136.xml"/><Relationship Id="rId22" Type="http://schemas.openxmlformats.org/officeDocument/2006/relationships/slideLayout" Target="../slideLayouts/slideLayout137.xml"/><Relationship Id="rId23" Type="http://schemas.openxmlformats.org/officeDocument/2006/relationships/slideLayout" Target="../slideLayouts/slideLayout138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9.xml"/><Relationship Id="rId2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41.xml"/><Relationship Id="rId4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43.xml"/><Relationship Id="rId6" Type="http://schemas.openxmlformats.org/officeDocument/2006/relationships/slideLayout" Target="../slideLayouts/slideLayout144.xml"/><Relationship Id="rId7" Type="http://schemas.openxmlformats.org/officeDocument/2006/relationships/slideLayout" Target="../slideLayouts/slideLayout145.xml"/><Relationship Id="rId8" Type="http://schemas.openxmlformats.org/officeDocument/2006/relationships/slideLayout" Target="../slideLayouts/slideLayout146.xml"/><Relationship Id="rId9" Type="http://schemas.openxmlformats.org/officeDocument/2006/relationships/slideLayout" Target="../slideLayouts/slideLayout147.xml"/><Relationship Id="rId10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49.xml"/><Relationship Id="rId12" Type="http://schemas.openxmlformats.org/officeDocument/2006/relationships/slideLayout" Target="../slideLayouts/slideLayout150.xml"/><Relationship Id="rId13" Type="http://schemas.openxmlformats.org/officeDocument/2006/relationships/slideLayout" Target="../slideLayouts/slideLayout151.xml"/><Relationship Id="rId14" Type="http://schemas.openxmlformats.org/officeDocument/2006/relationships/slideLayout" Target="../slideLayouts/slideLayout152.xml"/><Relationship Id="rId15" Type="http://schemas.openxmlformats.org/officeDocument/2006/relationships/slideLayout" Target="../slideLayouts/slideLayout153.xml"/><Relationship Id="rId16" Type="http://schemas.openxmlformats.org/officeDocument/2006/relationships/slideLayout" Target="../slideLayouts/slideLayout154.xml"/><Relationship Id="rId17" Type="http://schemas.openxmlformats.org/officeDocument/2006/relationships/slideLayout" Target="../slideLayouts/slideLayout155.xml"/><Relationship Id="rId18" Type="http://schemas.openxmlformats.org/officeDocument/2006/relationships/slideLayout" Target="../slideLayouts/slideLayout156.xml"/><Relationship Id="rId19" Type="http://schemas.openxmlformats.org/officeDocument/2006/relationships/slideLayout" Target="../slideLayouts/slideLayout157.xml"/><Relationship Id="rId20" Type="http://schemas.openxmlformats.org/officeDocument/2006/relationships/slideLayout" Target="../slideLayouts/slideLayout158.xml"/><Relationship Id="rId21" Type="http://schemas.openxmlformats.org/officeDocument/2006/relationships/slideLayout" Target="../slideLayouts/slideLayout159.xml"/><Relationship Id="rId22" Type="http://schemas.openxmlformats.org/officeDocument/2006/relationships/slideLayout" Target="../slideLayouts/slideLayout160.xml"/><Relationship Id="rId23" Type="http://schemas.openxmlformats.org/officeDocument/2006/relationships/slideLayout" Target="../slideLayouts/slideLayout161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2.xml"/><Relationship Id="rId2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68.xml"/><Relationship Id="rId8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2.xml"/><Relationship Id="rId12" Type="http://schemas.openxmlformats.org/officeDocument/2006/relationships/slideLayout" Target="../slideLayouts/slideLayout173.xml"/><Relationship Id="rId13" Type="http://schemas.openxmlformats.org/officeDocument/2006/relationships/slideLayout" Target="../slideLayouts/slideLayout174.xml"/><Relationship Id="rId14" Type="http://schemas.openxmlformats.org/officeDocument/2006/relationships/slideLayout" Target="../slideLayouts/slideLayout175.xml"/><Relationship Id="rId15" Type="http://schemas.openxmlformats.org/officeDocument/2006/relationships/slideLayout" Target="../slideLayouts/slideLayout176.xml"/><Relationship Id="rId16" Type="http://schemas.openxmlformats.org/officeDocument/2006/relationships/slideLayout" Target="../slideLayouts/slideLayout177.xml"/><Relationship Id="rId17" Type="http://schemas.openxmlformats.org/officeDocument/2006/relationships/slideLayout" Target="../slideLayouts/slideLayout178.xml"/><Relationship Id="rId18" Type="http://schemas.openxmlformats.org/officeDocument/2006/relationships/slideLayout" Target="../slideLayouts/slideLayout179.xml"/><Relationship Id="rId19" Type="http://schemas.openxmlformats.org/officeDocument/2006/relationships/slideLayout" Target="../slideLayouts/slideLayout180.xml"/><Relationship Id="rId20" Type="http://schemas.openxmlformats.org/officeDocument/2006/relationships/slideLayout" Target="../slideLayouts/slideLayout181.xml"/><Relationship Id="rId21" Type="http://schemas.openxmlformats.org/officeDocument/2006/relationships/slideLayout" Target="../slideLayouts/slideLayout182.xml"/><Relationship Id="rId22" Type="http://schemas.openxmlformats.org/officeDocument/2006/relationships/slideLayout" Target="../slideLayouts/slideLayout183.xml"/><Relationship Id="rId23" Type="http://schemas.openxmlformats.org/officeDocument/2006/relationships/slideLayout" Target="../slideLayouts/slideLayout184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5.xml"/><Relationship Id="rId2" Type="http://schemas.openxmlformats.org/officeDocument/2006/relationships/slideLayout" Target="../slideLayouts/slideLayout186.xml"/><Relationship Id="rId3" Type="http://schemas.openxmlformats.org/officeDocument/2006/relationships/slideLayout" Target="../slideLayouts/slideLayout187.xml"/><Relationship Id="rId4" Type="http://schemas.openxmlformats.org/officeDocument/2006/relationships/slideLayout" Target="../slideLayouts/slideLayout188.xml"/><Relationship Id="rId5" Type="http://schemas.openxmlformats.org/officeDocument/2006/relationships/slideLayout" Target="../slideLayouts/slideLayout189.xml"/><Relationship Id="rId6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1.xml"/><Relationship Id="rId8" Type="http://schemas.openxmlformats.org/officeDocument/2006/relationships/slideLayout" Target="../slideLayouts/slideLayout192.xml"/><Relationship Id="rId9" Type="http://schemas.openxmlformats.org/officeDocument/2006/relationships/slideLayout" Target="../slideLayouts/slideLayout193.xml"/><Relationship Id="rId10" Type="http://schemas.openxmlformats.org/officeDocument/2006/relationships/slideLayout" Target="../slideLayouts/slideLayout194.xml"/><Relationship Id="rId11" Type="http://schemas.openxmlformats.org/officeDocument/2006/relationships/slideLayout" Target="../slideLayouts/slideLayout195.xml"/><Relationship Id="rId12" Type="http://schemas.openxmlformats.org/officeDocument/2006/relationships/slideLayout" Target="../slideLayouts/slideLayout196.xml"/><Relationship Id="rId13" Type="http://schemas.openxmlformats.org/officeDocument/2006/relationships/slideLayout" Target="../slideLayouts/slideLayout197.xml"/><Relationship Id="rId14" Type="http://schemas.openxmlformats.org/officeDocument/2006/relationships/slideLayout" Target="../slideLayouts/slideLayout198.xml"/><Relationship Id="rId15" Type="http://schemas.openxmlformats.org/officeDocument/2006/relationships/slideLayout" Target="../slideLayouts/slideLayout199.xml"/><Relationship Id="rId16" Type="http://schemas.openxmlformats.org/officeDocument/2006/relationships/slideLayout" Target="../slideLayouts/slideLayout200.xml"/><Relationship Id="rId17" Type="http://schemas.openxmlformats.org/officeDocument/2006/relationships/slideLayout" Target="../slideLayouts/slideLayout201.xml"/><Relationship Id="rId18" Type="http://schemas.openxmlformats.org/officeDocument/2006/relationships/slideLayout" Target="../slideLayouts/slideLayout202.xml"/><Relationship Id="rId19" Type="http://schemas.openxmlformats.org/officeDocument/2006/relationships/slideLayout" Target="../slideLayouts/slideLayout203.xml"/><Relationship Id="rId20" Type="http://schemas.openxmlformats.org/officeDocument/2006/relationships/slideLayout" Target="../slideLayouts/slideLayout204.xml"/><Relationship Id="rId21" Type="http://schemas.openxmlformats.org/officeDocument/2006/relationships/slideLayout" Target="../slideLayouts/slideLayout205.xml"/><Relationship Id="rId22" Type="http://schemas.openxmlformats.org/officeDocument/2006/relationships/slideLayout" Target="../slideLayouts/slideLayout206.xml"/><Relationship Id="rId23" Type="http://schemas.openxmlformats.org/officeDocument/2006/relationships/slideLayout" Target="../slideLayouts/slideLayout207.xml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  <p:sldLayoutId id="2147483789" r:id="rId21"/>
    <p:sldLayoutId id="2147483790" r:id="rId22"/>
    <p:sldLayoutId id="2147483791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  <p:sldLayoutId id="2147483811" r:id="rId19"/>
    <p:sldLayoutId id="2147483812" r:id="rId20"/>
    <p:sldLayoutId id="2147483813" r:id="rId21"/>
    <p:sldLayoutId id="2147483814" r:id="rId22"/>
    <p:sldLayoutId id="2147483815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  <p:sldLayoutId id="2147483834" r:id="rId18"/>
    <p:sldLayoutId id="2147483835" r:id="rId19"/>
    <p:sldLayoutId id="2147483836" r:id="rId20"/>
    <p:sldLayoutId id="2147483837" r:id="rId21"/>
    <p:sldLayoutId id="2147483838" r:id="rId22"/>
    <p:sldLayoutId id="2147483839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</a:fld>
            <a:endParaRPr lang="en-CA" dirty="0"/>
          </a:p>
        </p:txBody>
      </p:sp>
      <p:pic>
        <p:nvPicPr>
          <p:cNvPr id="8" name="Graphic 6"/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187282" y="6037486"/>
            <a:ext cx="1827090" cy="714596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 noProof="0" dirty="0"/>
              <a:t>幻灯片标题</a:t>
            </a:r>
            <a:endParaRPr lang="en-US" altLang="zh-CN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单击添加要点</a:t>
            </a:r>
            <a:endParaRPr dirty="0"/>
          </a:p>
          <a:p>
            <a:pPr lvl="1"/>
            <a:r>
              <a:rPr lang="zh-CN" altLang="en-US" dirty="0"/>
              <a:t>二级要点</a:t>
            </a:r>
            <a:endParaRPr dirty="0"/>
          </a:p>
          <a:p>
            <a:pPr lvl="2"/>
            <a:r>
              <a:rPr lang="zh-CN" altLang="en-US" dirty="0"/>
              <a:t>三级要点</a:t>
            </a:r>
            <a:endParaRPr dirty="0"/>
          </a:p>
          <a:p>
            <a:pPr lvl="3"/>
            <a:r>
              <a:rPr lang="zh-CN" altLang="en-US" dirty="0"/>
              <a:t>四级要点</a:t>
            </a:r>
            <a:endParaRPr dirty="0"/>
          </a:p>
          <a:p>
            <a:pPr lvl="4"/>
            <a:r>
              <a:rPr lang="zh-CN" altLang="en-US" dirty="0"/>
              <a:t>五级要点</a:t>
            </a:r>
            <a:endParaRPr lang="en-US" dirty="0"/>
          </a:p>
          <a:p>
            <a:pPr lvl="4"/>
            <a:r>
              <a:rPr lang="zh-CN" altLang="en-US" dirty="0"/>
              <a:t>六级要点</a:t>
            </a:r>
            <a:endParaRPr lang="en-US" altLang="zh-CN" dirty="0"/>
          </a:p>
          <a:p>
            <a:pPr lvl="4"/>
            <a:r>
              <a:rPr lang="zh-CN" altLang="en-US" dirty="0"/>
              <a:t>七级要点</a:t>
            </a:r>
            <a:endParaRPr lang="en-US" altLang="zh-CN" dirty="0"/>
          </a:p>
          <a:p>
            <a:pPr lvl="4"/>
            <a:r>
              <a:rPr lang="zh-CN" altLang="en-US" dirty="0"/>
              <a:t>八级要点</a:t>
            </a:r>
            <a:endParaRPr lang="en-US" altLang="zh-CN" dirty="0"/>
          </a:p>
          <a:p>
            <a:pPr lvl="4"/>
            <a:r>
              <a:rPr lang="zh-CN" altLang="en-US" dirty="0"/>
              <a:t>九级要点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  <p:sldLayoutId id="2147483858" r:id="rId18"/>
    <p:sldLayoutId id="2147483859" r:id="rId19"/>
    <p:sldLayoutId id="2147483860" r:id="rId20"/>
    <p:sldLayoutId id="2147483861" r:id="rId21"/>
    <p:sldLayoutId id="2147483862" r:id="rId22"/>
    <p:sldLayoutId id="2147483863" r:id="rId2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j-cs"/>
        </a:defRPr>
      </a:lvl1pPr>
    </p:titleStyle>
    <p:bodyStyle>
      <a:lvl1pPr marL="237490" indent="-237490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1pPr>
      <a:lvl2pPr marL="575945" indent="-237490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3pPr>
      <a:lvl4pPr marL="1252855" indent="-23749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4pPr>
      <a:lvl5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Manulife JH Sans" panose="020B0503040401060103" pitchFamily="34" charset="0"/>
          <a:ea typeface="Noto Sans CJK SC Regular" panose="020B0500000000000000" pitchFamily="34" charset="-122"/>
          <a:cs typeface="+mn-cs"/>
        </a:defRPr>
      </a:lvl5pPr>
      <a:lvl6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090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Relationship Id="rId7" Type="http://schemas.openxmlformats.org/officeDocument/2006/relationships/tags" Target="../tags/tag16.xml"/><Relationship Id="rId8" Type="http://schemas.openxmlformats.org/officeDocument/2006/relationships/tags" Target="../tags/tag17.xml"/><Relationship Id="rId9" Type="http://schemas.openxmlformats.org/officeDocument/2006/relationships/slideLayout" Target="../slideLayouts/slideLayout20.xml"/><Relationship Id="rId10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image" Target="../media/image9.jpeg"/><Relationship Id="rId5" Type="http://schemas.openxmlformats.org/officeDocument/2006/relationships/tags" Target="../tags/tag21.xml"/><Relationship Id="rId6" Type="http://schemas.openxmlformats.org/officeDocument/2006/relationships/tags" Target="../tags/tag22.xml"/><Relationship Id="rId7" Type="http://schemas.openxmlformats.org/officeDocument/2006/relationships/tags" Target="../tags/tag23.xml"/><Relationship Id="rId8" Type="http://schemas.openxmlformats.org/officeDocument/2006/relationships/tags" Target="../tags/tag24.xml"/><Relationship Id="rId9" Type="http://schemas.openxmlformats.org/officeDocument/2006/relationships/tags" Target="../tags/tag25.xml"/><Relationship Id="rId10" Type="http://schemas.openxmlformats.org/officeDocument/2006/relationships/tags" Target="../tags/tag26.xml"/><Relationship Id="rId11" Type="http://schemas.openxmlformats.org/officeDocument/2006/relationships/tags" Target="../tags/tag27.xml"/><Relationship Id="rId12" Type="http://schemas.openxmlformats.org/officeDocument/2006/relationships/tags" Target="../tags/tag28.xml"/><Relationship Id="rId13" Type="http://schemas.openxmlformats.org/officeDocument/2006/relationships/slideLayout" Target="../slideLayouts/slideLayout20.xml"/><Relationship Id="rId14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Relationship Id="rId6" Type="http://schemas.openxmlformats.org/officeDocument/2006/relationships/tags" Target="../tags/tag34.xml"/><Relationship Id="rId7" Type="http://schemas.openxmlformats.org/officeDocument/2006/relationships/tags" Target="../tags/tag35.xml"/><Relationship Id="rId8" Type="http://schemas.openxmlformats.org/officeDocument/2006/relationships/tags" Target="../tags/tag36.xml"/><Relationship Id="rId9" Type="http://schemas.openxmlformats.org/officeDocument/2006/relationships/tags" Target="../tags/tag37.xml"/><Relationship Id="rId10" Type="http://schemas.openxmlformats.org/officeDocument/2006/relationships/tags" Target="../tags/tag38.xml"/><Relationship Id="rId11" Type="http://schemas.openxmlformats.org/officeDocument/2006/relationships/tags" Target="../tags/tag39.xml"/><Relationship Id="rId12" Type="http://schemas.openxmlformats.org/officeDocument/2006/relationships/slideLayout" Target="../slideLayouts/slideLayout20.xml"/><Relationship Id="rId1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tags" Target="../tags/tag43.xml"/><Relationship Id="rId5" Type="http://schemas.openxmlformats.org/officeDocument/2006/relationships/tags" Target="../tags/tag44.xml"/><Relationship Id="rId6" Type="http://schemas.openxmlformats.org/officeDocument/2006/relationships/tags" Target="../tags/tag45.xml"/><Relationship Id="rId7" Type="http://schemas.openxmlformats.org/officeDocument/2006/relationships/image" Target="../media/image10.png"/><Relationship Id="rId8" Type="http://schemas.openxmlformats.org/officeDocument/2006/relationships/image" Target="../media/image11.svg"/><Relationship Id="rId9" Type="http://schemas.openxmlformats.org/officeDocument/2006/relationships/tags" Target="../tags/tag46.xml"/><Relationship Id="rId10" Type="http://schemas.openxmlformats.org/officeDocument/2006/relationships/tags" Target="../tags/tag47.xml"/><Relationship Id="rId11" Type="http://schemas.openxmlformats.org/officeDocument/2006/relationships/tags" Target="../tags/tag48.xml"/><Relationship Id="rId12" Type="http://schemas.openxmlformats.org/officeDocument/2006/relationships/tags" Target="../tags/tag49.xml"/><Relationship Id="rId13" Type="http://schemas.openxmlformats.org/officeDocument/2006/relationships/tags" Target="../tags/tag50.xml"/><Relationship Id="rId14" Type="http://schemas.openxmlformats.org/officeDocument/2006/relationships/tags" Target="../tags/tag51.xml"/><Relationship Id="rId15" Type="http://schemas.openxmlformats.org/officeDocument/2006/relationships/tags" Target="../tags/tag52.xml"/><Relationship Id="rId16" Type="http://schemas.openxmlformats.org/officeDocument/2006/relationships/tags" Target="../tags/tag53.xml"/><Relationship Id="rId17" Type="http://schemas.openxmlformats.org/officeDocument/2006/relationships/tags" Target="../tags/tag54.xml"/><Relationship Id="rId18" Type="http://schemas.openxmlformats.org/officeDocument/2006/relationships/tags" Target="../tags/tag55.xml"/><Relationship Id="rId19" Type="http://schemas.openxmlformats.org/officeDocument/2006/relationships/tags" Target="../tags/tag56.xml"/><Relationship Id="rId20" Type="http://schemas.openxmlformats.org/officeDocument/2006/relationships/tags" Target="../tags/tag57.xml"/><Relationship Id="rId21" Type="http://schemas.openxmlformats.org/officeDocument/2006/relationships/tags" Target="../tags/tag58.xml"/><Relationship Id="rId22" Type="http://schemas.openxmlformats.org/officeDocument/2006/relationships/slideLayout" Target="../slideLayouts/slideLayout20.xml"/><Relationship Id="rId2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tags" Target="../tags/tag63.xml"/><Relationship Id="rId6" Type="http://schemas.openxmlformats.org/officeDocument/2006/relationships/tags" Target="../tags/tag64.xml"/><Relationship Id="rId7" Type="http://schemas.openxmlformats.org/officeDocument/2006/relationships/tags" Target="../tags/tag65.xml"/><Relationship Id="rId8" Type="http://schemas.openxmlformats.org/officeDocument/2006/relationships/tags" Target="../tags/tag66.xml"/><Relationship Id="rId9" Type="http://schemas.openxmlformats.org/officeDocument/2006/relationships/tags" Target="../tags/tag67.xml"/><Relationship Id="rId10" Type="http://schemas.openxmlformats.org/officeDocument/2006/relationships/tags" Target="../tags/tag68.xml"/><Relationship Id="rId11" Type="http://schemas.openxmlformats.org/officeDocument/2006/relationships/tags" Target="../tags/tag69.xml"/><Relationship Id="rId12" Type="http://schemas.openxmlformats.org/officeDocument/2006/relationships/tags" Target="../tags/tag70.xml"/><Relationship Id="rId13" Type="http://schemas.openxmlformats.org/officeDocument/2006/relationships/tags" Target="../tags/tag71.xml"/><Relationship Id="rId14" Type="http://schemas.openxmlformats.org/officeDocument/2006/relationships/tags" Target="../tags/tag72.xml"/><Relationship Id="rId15" Type="http://schemas.openxmlformats.org/officeDocument/2006/relationships/tags" Target="../tags/tag73.xml"/><Relationship Id="rId16" Type="http://schemas.openxmlformats.org/officeDocument/2006/relationships/tags" Target="../tags/tag74.xml"/><Relationship Id="rId17" Type="http://schemas.openxmlformats.org/officeDocument/2006/relationships/tags" Target="../tags/tag75.xml"/><Relationship Id="rId18" Type="http://schemas.openxmlformats.org/officeDocument/2006/relationships/tags" Target="../tags/tag76.xml"/><Relationship Id="rId19" Type="http://schemas.openxmlformats.org/officeDocument/2006/relationships/tags" Target="../tags/tag77.xml"/><Relationship Id="rId20" Type="http://schemas.openxmlformats.org/officeDocument/2006/relationships/tags" Target="../tags/tag78.xml"/><Relationship Id="rId21" Type="http://schemas.openxmlformats.org/officeDocument/2006/relationships/tags" Target="../tags/tag79.xml"/><Relationship Id="rId22" Type="http://schemas.openxmlformats.org/officeDocument/2006/relationships/tags" Target="../tags/tag80.xml"/><Relationship Id="rId23" Type="http://schemas.openxmlformats.org/officeDocument/2006/relationships/tags" Target="../tags/tag81.xml"/><Relationship Id="rId24" Type="http://schemas.openxmlformats.org/officeDocument/2006/relationships/tags" Target="../tags/tag82.xml"/><Relationship Id="rId25" Type="http://schemas.openxmlformats.org/officeDocument/2006/relationships/tags" Target="../tags/tag83.xml"/><Relationship Id="rId26" Type="http://schemas.openxmlformats.org/officeDocument/2006/relationships/tags" Target="../tags/tag84.xml"/><Relationship Id="rId27" Type="http://schemas.openxmlformats.org/officeDocument/2006/relationships/slideLayout" Target="../slideLayouts/slideLayout20.xml"/><Relationship Id="rId28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tags" Target="../tags/tag88.xml"/><Relationship Id="rId5" Type="http://schemas.openxmlformats.org/officeDocument/2006/relationships/tags" Target="../tags/tag89.xml"/><Relationship Id="rId6" Type="http://schemas.openxmlformats.org/officeDocument/2006/relationships/tags" Target="../tags/tag90.xml"/><Relationship Id="rId7" Type="http://schemas.openxmlformats.org/officeDocument/2006/relationships/tags" Target="../tags/tag91.xml"/><Relationship Id="rId8" Type="http://schemas.openxmlformats.org/officeDocument/2006/relationships/image" Target="../media/image12.png"/><Relationship Id="rId9" Type="http://schemas.openxmlformats.org/officeDocument/2006/relationships/image" Target="../media/image13.svg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image" Target="../media/image14.png"/><Relationship Id="rId15" Type="http://schemas.openxmlformats.org/officeDocument/2006/relationships/image" Target="../media/image15.svg"/><Relationship Id="rId16" Type="http://schemas.openxmlformats.org/officeDocument/2006/relationships/tags" Target="../tags/tag96.xml"/><Relationship Id="rId17" Type="http://schemas.openxmlformats.org/officeDocument/2006/relationships/tags" Target="../tags/tag97.xml"/><Relationship Id="rId18" Type="http://schemas.openxmlformats.org/officeDocument/2006/relationships/image" Target="../media/image16.png"/><Relationship Id="rId19" Type="http://schemas.openxmlformats.org/officeDocument/2006/relationships/image" Target="../media/image17.svg"/><Relationship Id="rId20" Type="http://schemas.openxmlformats.org/officeDocument/2006/relationships/tags" Target="../tags/tag98.xml"/><Relationship Id="rId21" Type="http://schemas.openxmlformats.org/officeDocument/2006/relationships/tags" Target="../tags/tag99.xml"/><Relationship Id="rId22" Type="http://schemas.openxmlformats.org/officeDocument/2006/relationships/tags" Target="../tags/tag100.xml"/><Relationship Id="rId23" Type="http://schemas.openxmlformats.org/officeDocument/2006/relationships/tags" Target="../tags/tag101.xml"/><Relationship Id="rId24" Type="http://schemas.openxmlformats.org/officeDocument/2006/relationships/tags" Target="../tags/tag102.xml"/><Relationship Id="rId25" Type="http://schemas.openxmlformats.org/officeDocument/2006/relationships/tags" Target="../tags/tag103.xml"/><Relationship Id="rId26" Type="http://schemas.openxmlformats.org/officeDocument/2006/relationships/tags" Target="../tags/tag104.xml"/><Relationship Id="rId27" Type="http://schemas.openxmlformats.org/officeDocument/2006/relationships/tags" Target="../tags/tag105.xml"/><Relationship Id="rId28" Type="http://schemas.openxmlformats.org/officeDocument/2006/relationships/tags" Target="../tags/tag106.xml"/><Relationship Id="rId29" Type="http://schemas.openxmlformats.org/officeDocument/2006/relationships/tags" Target="../tags/tag107.xml"/><Relationship Id="rId30" Type="http://schemas.openxmlformats.org/officeDocument/2006/relationships/tags" Target="../tags/tag108.xml"/><Relationship Id="rId31" Type="http://schemas.openxmlformats.org/officeDocument/2006/relationships/tags" Target="../tags/tag109.xml"/><Relationship Id="rId32" Type="http://schemas.openxmlformats.org/officeDocument/2006/relationships/tags" Target="../tags/tag110.xml"/><Relationship Id="rId33" Type="http://schemas.openxmlformats.org/officeDocument/2006/relationships/image" Target="../media/image18.png"/><Relationship Id="rId34" Type="http://schemas.openxmlformats.org/officeDocument/2006/relationships/image" Target="../media/image19.svg"/><Relationship Id="rId35" Type="http://schemas.openxmlformats.org/officeDocument/2006/relationships/tags" Target="../tags/tag111.xml"/><Relationship Id="rId36" Type="http://schemas.openxmlformats.org/officeDocument/2006/relationships/image" Target="../media/image20.png"/><Relationship Id="rId37" Type="http://schemas.openxmlformats.org/officeDocument/2006/relationships/image" Target="../media/image21.svg"/><Relationship Id="rId38" Type="http://schemas.openxmlformats.org/officeDocument/2006/relationships/tags" Target="../tags/tag112.xml"/><Relationship Id="rId39" Type="http://schemas.openxmlformats.org/officeDocument/2006/relationships/tags" Target="../tags/tag113.xml"/><Relationship Id="rId40" Type="http://schemas.openxmlformats.org/officeDocument/2006/relationships/tags" Target="../tags/tag114.xml"/><Relationship Id="rId41" Type="http://schemas.openxmlformats.org/officeDocument/2006/relationships/tags" Target="../tags/tag115.xml"/><Relationship Id="rId42" Type="http://schemas.openxmlformats.org/officeDocument/2006/relationships/slideLayout" Target="../slideLayouts/slideLayout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16.xml"/><Relationship Id="rId2" Type="http://schemas.openxmlformats.org/officeDocument/2006/relationships/tags" Target="../tags/tag117.xml"/><Relationship Id="rId3" Type="http://schemas.openxmlformats.org/officeDocument/2006/relationships/tags" Target="../tags/tag118.xml"/><Relationship Id="rId4" Type="http://schemas.openxmlformats.org/officeDocument/2006/relationships/tags" Target="../tags/tag119.xml"/><Relationship Id="rId5" Type="http://schemas.openxmlformats.org/officeDocument/2006/relationships/tags" Target="../tags/tag120.xml"/><Relationship Id="rId6" Type="http://schemas.openxmlformats.org/officeDocument/2006/relationships/tags" Target="../tags/tag121.xml"/><Relationship Id="rId7" Type="http://schemas.openxmlformats.org/officeDocument/2006/relationships/tags" Target="../tags/tag122.xml"/><Relationship Id="rId8" Type="http://schemas.openxmlformats.org/officeDocument/2006/relationships/tags" Target="../tags/tag123.xml"/><Relationship Id="rId9" Type="http://schemas.openxmlformats.org/officeDocument/2006/relationships/tags" Target="../tags/tag124.xml"/><Relationship Id="rId10" Type="http://schemas.openxmlformats.org/officeDocument/2006/relationships/tags" Target="../tags/tag125.xml"/><Relationship Id="rId11" Type="http://schemas.openxmlformats.org/officeDocument/2006/relationships/tags" Target="../tags/tag126.xml"/><Relationship Id="rId12" Type="http://schemas.openxmlformats.org/officeDocument/2006/relationships/tags" Target="../tags/tag127.xml"/><Relationship Id="rId13" Type="http://schemas.openxmlformats.org/officeDocument/2006/relationships/tags" Target="../tags/tag128.xml"/><Relationship Id="rId14" Type="http://schemas.openxmlformats.org/officeDocument/2006/relationships/tags" Target="../tags/tag129.xml"/><Relationship Id="rId15" Type="http://schemas.openxmlformats.org/officeDocument/2006/relationships/tags" Target="../tags/tag130.xml"/><Relationship Id="rId16" Type="http://schemas.openxmlformats.org/officeDocument/2006/relationships/tags" Target="../tags/tag131.xml"/><Relationship Id="rId17" Type="http://schemas.openxmlformats.org/officeDocument/2006/relationships/tags" Target="../tags/tag132.xml"/><Relationship Id="rId18" Type="http://schemas.openxmlformats.org/officeDocument/2006/relationships/tags" Target="../tags/tag133.xml"/><Relationship Id="rId19" Type="http://schemas.openxmlformats.org/officeDocument/2006/relationships/tags" Target="../tags/tag134.xml"/><Relationship Id="rId20" Type="http://schemas.openxmlformats.org/officeDocument/2006/relationships/tags" Target="../tags/tag135.xml"/><Relationship Id="rId21" Type="http://schemas.openxmlformats.org/officeDocument/2006/relationships/tags" Target="../tags/tag136.xml"/><Relationship Id="rId22" Type="http://schemas.openxmlformats.org/officeDocument/2006/relationships/tags" Target="../tags/tag137.xml"/><Relationship Id="rId23" Type="http://schemas.openxmlformats.org/officeDocument/2006/relationships/tags" Target="../tags/tag138.xml"/><Relationship Id="rId24" Type="http://schemas.openxmlformats.org/officeDocument/2006/relationships/tags" Target="../tags/tag139.xml"/><Relationship Id="rId25" Type="http://schemas.openxmlformats.org/officeDocument/2006/relationships/tags" Target="../tags/tag140.xml"/><Relationship Id="rId26" Type="http://schemas.openxmlformats.org/officeDocument/2006/relationships/tags" Target="../tags/tag141.xml"/><Relationship Id="rId27" Type="http://schemas.openxmlformats.org/officeDocument/2006/relationships/tags" Target="../tags/tag142.xml"/><Relationship Id="rId28" Type="http://schemas.openxmlformats.org/officeDocument/2006/relationships/tags" Target="../tags/tag143.xml"/><Relationship Id="rId29" Type="http://schemas.openxmlformats.org/officeDocument/2006/relationships/tags" Target="../tags/tag144.xml"/><Relationship Id="rId30" Type="http://schemas.openxmlformats.org/officeDocument/2006/relationships/tags" Target="../tags/tag145.xml"/><Relationship Id="rId31" Type="http://schemas.openxmlformats.org/officeDocument/2006/relationships/tags" Target="../tags/tag146.xml"/><Relationship Id="rId32" Type="http://schemas.openxmlformats.org/officeDocument/2006/relationships/tags" Target="../tags/tag147.xml"/><Relationship Id="rId33" Type="http://schemas.openxmlformats.org/officeDocument/2006/relationships/tags" Target="../tags/tag148.xml"/><Relationship Id="rId34" Type="http://schemas.openxmlformats.org/officeDocument/2006/relationships/tags" Target="../tags/tag149.xml"/><Relationship Id="rId35" Type="http://schemas.openxmlformats.org/officeDocument/2006/relationships/tags" Target="../tags/tag150.xml"/><Relationship Id="rId36" Type="http://schemas.openxmlformats.org/officeDocument/2006/relationships/tags" Target="../tags/tag151.xml"/><Relationship Id="rId37" Type="http://schemas.openxmlformats.org/officeDocument/2006/relationships/tags" Target="../tags/tag152.xml"/><Relationship Id="rId38" Type="http://schemas.openxmlformats.org/officeDocument/2006/relationships/slideLayout" Target="../slideLayouts/slideLayout2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tags" Target="../tags/tag167.xml"/><Relationship Id="rId16" Type="http://schemas.openxmlformats.org/officeDocument/2006/relationships/tags" Target="../tags/tag168.xml"/><Relationship Id="rId17" Type="http://schemas.openxmlformats.org/officeDocument/2006/relationships/tags" Target="../tags/tag169.xml"/><Relationship Id="rId18" Type="http://schemas.openxmlformats.org/officeDocument/2006/relationships/tags" Target="../tags/tag170.xml"/><Relationship Id="rId19" Type="http://schemas.openxmlformats.org/officeDocument/2006/relationships/tags" Target="../tags/tag171.xml"/><Relationship Id="rId20" Type="http://schemas.openxmlformats.org/officeDocument/2006/relationships/tags" Target="../tags/tag172.xml"/><Relationship Id="rId21" Type="http://schemas.openxmlformats.org/officeDocument/2006/relationships/tags" Target="../tags/tag173.xml"/><Relationship Id="rId22" Type="http://schemas.openxmlformats.org/officeDocument/2006/relationships/tags" Target="../tags/tag174.xml"/><Relationship Id="rId23" Type="http://schemas.openxmlformats.org/officeDocument/2006/relationships/tags" Target="../tags/tag175.xml"/><Relationship Id="rId24" Type="http://schemas.openxmlformats.org/officeDocument/2006/relationships/tags" Target="../tags/tag176.xml"/><Relationship Id="rId25" Type="http://schemas.openxmlformats.org/officeDocument/2006/relationships/tags" Target="../tags/tag177.xml"/><Relationship Id="rId26" Type="http://schemas.openxmlformats.org/officeDocument/2006/relationships/tags" Target="../tags/tag178.xml"/><Relationship Id="rId27" Type="http://schemas.openxmlformats.org/officeDocument/2006/relationships/tags" Target="../tags/tag179.xml"/><Relationship Id="rId28" Type="http://schemas.openxmlformats.org/officeDocument/2006/relationships/tags" Target="../tags/tag180.xml"/><Relationship Id="rId29" Type="http://schemas.openxmlformats.org/officeDocument/2006/relationships/tags" Target="../tags/tag181.xml"/><Relationship Id="rId30" Type="http://schemas.openxmlformats.org/officeDocument/2006/relationships/tags" Target="../tags/tag182.xml"/><Relationship Id="rId31" Type="http://schemas.openxmlformats.org/officeDocument/2006/relationships/tags" Target="../tags/tag183.xml"/><Relationship Id="rId32" Type="http://schemas.openxmlformats.org/officeDocument/2006/relationships/tags" Target="../tags/tag184.xml"/><Relationship Id="rId33" Type="http://schemas.openxmlformats.org/officeDocument/2006/relationships/slideLayout" Target="../slideLayouts/slideLayout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55614" y="2373807"/>
            <a:ext cx="7321060" cy="1217150"/>
          </a:xfrm>
        </p:spPr>
        <p:txBody>
          <a:bodyPr>
            <a:normAutofit/>
          </a:bodyPr>
          <a:lstStyle/>
          <a:p>
            <a:r>
              <a:rPr lang="en-US" sz="3600" dirty="0"/>
              <a:t>AI OpenClaw 智能体</a:t>
            </a:r>
            <a:endParaRPr lang="en-US" sz="36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CA" dirty="0" smtClean="0"/>
              <a:t>2026年5月</a:t>
            </a:r>
            <a:endParaRPr lang="en-US" altLang="en-CA" dirty="0" smtClean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多智能体协同 · 驱动保险服务卓越运营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</a:fld>
            <a:endParaRPr lang="en-CA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308278" y="3713739"/>
            <a:ext cx="4173672" cy="19132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单击此处添加文本具体内容，简明扼要地阐述您的观点。根据需要可酌情增减文字，以便观者准确地理解您传达的思想。</a:t>
            </a: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6698526" y="3713739"/>
            <a:ext cx="4190361" cy="19132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单击此处添加文本具体内容，简明扼要地阐述您的观点。根据需要可酌情增减文字，以便观者准确地理解您传达的思想。</a:t>
            </a:r>
            <a:endParaRPr kumimoji="1"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Oval 11"/>
          <p:cNvSpPr/>
          <p:nvPr>
            <p:custDataLst>
              <p:tags r:id="rId3"/>
            </p:custDataLst>
          </p:nvPr>
        </p:nvSpPr>
        <p:spPr>
          <a:xfrm>
            <a:off x="3000440" y="1891070"/>
            <a:ext cx="789347" cy="7893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sz="20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4"/>
            </p:custDataLst>
          </p:nvPr>
        </p:nvCxnSpPr>
        <p:spPr>
          <a:xfrm>
            <a:off x="6094413" y="3161557"/>
            <a:ext cx="0" cy="2411372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标题 3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Oval 11"/>
          <p:cNvSpPr/>
          <p:nvPr>
            <p:custDataLst>
              <p:tags r:id="rId6"/>
            </p:custDataLst>
          </p:nvPr>
        </p:nvSpPr>
        <p:spPr>
          <a:xfrm>
            <a:off x="8399034" y="1891070"/>
            <a:ext cx="789347" cy="7893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1308278" y="3050952"/>
            <a:ext cx="4173672" cy="39867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此处添加标题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6706872" y="3030324"/>
            <a:ext cx="4173672" cy="39867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此处添加标题</a:t>
            </a:r>
            <a:endParaRPr lang="zh-CN" altLang="en-US" sz="24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124344" y="2002527"/>
            <a:ext cx="8997657" cy="17889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您的文本具体内容，简明扼要地阐述您的观点。根据需要可酌情增减文字，以便观者准确地理解您传达的思想。单击此处添加您的文本具体内容，简明扼要地阐述您的观点。根据需要可酌情增减文字，以便观者准确地理解您传达的思想。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2123899" y="1533621"/>
            <a:ext cx="8997656" cy="4616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单击此处添加标题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1224763" y="1600052"/>
            <a:ext cx="579449" cy="5794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zh-CN" altLang="en-US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2123709" y="4469494"/>
            <a:ext cx="8997656" cy="17889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您的文本具体内容，简明扼要地阐述您的观点。根据需要可酌情增减文字，以便观者准确地理解您传达的思想。单击此处添加您的文本具体内容，简明扼要地阐述您的观点。根据需要可酌情增减文字，以便观者准确地理解您传达的思想。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2123284" y="4000589"/>
            <a:ext cx="8997656" cy="4616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单击此处添加标题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1224148" y="4067021"/>
            <a:ext cx="579449" cy="5794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zh-CN" altLang="en-US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单击此处添加页面的标题</a:t>
            </a:r>
            <a:endParaRPr lang="zh-CN" altLang="en-US"/>
          </a:p>
        </p:txBody>
      </p:sp>
      <p:sp>
        <p:nvSpPr>
          <p:cNvPr id="29" name="图形 4"/>
          <p:cNvSpPr/>
          <p:nvPr>
            <p:custDataLst>
              <p:tags r:id="rId2"/>
            </p:custDataLst>
          </p:nvPr>
        </p:nvSpPr>
        <p:spPr>
          <a:xfrm rot="2040000">
            <a:off x="728790" y="5334139"/>
            <a:ext cx="592936" cy="592936"/>
          </a:xfrm>
          <a:custGeom>
            <a:avLst/>
            <a:gdLst>
              <a:gd name="connsiteX0" fmla="*/ 1707279 w 2419736"/>
              <a:gd name="connsiteY0" fmla="*/ 2415271 h 2415774"/>
              <a:gd name="connsiteX1" fmla="*/ 1211026 w 2419736"/>
              <a:gd name="connsiteY1" fmla="*/ 2314020 h 2415774"/>
              <a:gd name="connsiteX2" fmla="*/ 714012 w 2419736"/>
              <a:gd name="connsiteY2" fmla="*/ 2062465 h 2415774"/>
              <a:gd name="connsiteX3" fmla="*/ 245096 w 2419736"/>
              <a:gd name="connsiteY3" fmla="*/ 1701372 h 2415774"/>
              <a:gd name="connsiteX4" fmla="*/ 25449 w 2419736"/>
              <a:gd name="connsiteY4" fmla="*/ 1348947 h 2415774"/>
              <a:gd name="connsiteX5" fmla="*/ 53167 w 2419736"/>
              <a:gd name="connsiteY5" fmla="*/ 929180 h 2415774"/>
              <a:gd name="connsiteX6" fmla="*/ 346442 w 2419736"/>
              <a:gd name="connsiteY6" fmla="*/ 547513 h 2415774"/>
              <a:gd name="connsiteX7" fmla="*/ 1005477 w 2419736"/>
              <a:gd name="connsiteY7" fmla="*/ 147463 h 2415774"/>
              <a:gd name="connsiteX8" fmla="*/ 1411051 w 2419736"/>
              <a:gd name="connsiteY8" fmla="*/ 24972 h 2415774"/>
              <a:gd name="connsiteX9" fmla="*/ 1777859 w 2419736"/>
              <a:gd name="connsiteY9" fmla="*/ 9922 h 2415774"/>
              <a:gd name="connsiteX10" fmla="*/ 2035796 w 2419736"/>
              <a:gd name="connsiteY10" fmla="*/ 117174 h 2415774"/>
              <a:gd name="connsiteX11" fmla="*/ 2214866 w 2419736"/>
              <a:gd name="connsiteY11" fmla="*/ 344631 h 2415774"/>
              <a:gd name="connsiteX12" fmla="*/ 2389174 w 2419736"/>
              <a:gd name="connsiteY12" fmla="*/ 903177 h 2415774"/>
              <a:gd name="connsiteX13" fmla="*/ 2419558 w 2419736"/>
              <a:gd name="connsiteY13" fmla="*/ 1289511 h 2415774"/>
              <a:gd name="connsiteX14" fmla="*/ 2381458 w 2419736"/>
              <a:gd name="connsiteY14" fmla="*/ 1702801 h 2415774"/>
              <a:gd name="connsiteX15" fmla="*/ 2284684 w 2419736"/>
              <a:gd name="connsiteY15" fmla="*/ 2011411 h 2415774"/>
              <a:gd name="connsiteX16" fmla="*/ 1914352 w 2419736"/>
              <a:gd name="connsiteY16" fmla="*/ 2374980 h 2415774"/>
              <a:gd name="connsiteX17" fmla="*/ 1707279 w 2419736"/>
              <a:gd name="connsiteY17" fmla="*/ 2415271 h 2415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419736" h="2415774">
                <a:moveTo>
                  <a:pt x="1707279" y="2415271"/>
                </a:moveTo>
                <a:cubicBezTo>
                  <a:pt x="1511445" y="2413080"/>
                  <a:pt x="1359426" y="2371837"/>
                  <a:pt x="1211026" y="2314020"/>
                </a:cubicBezTo>
                <a:cubicBezTo>
                  <a:pt x="1037195" y="2246297"/>
                  <a:pt x="873270" y="2159429"/>
                  <a:pt x="714012" y="2062465"/>
                </a:cubicBezTo>
                <a:cubicBezTo>
                  <a:pt x="544276" y="1959118"/>
                  <a:pt x="382827" y="1845485"/>
                  <a:pt x="245096" y="1701372"/>
                </a:cubicBezTo>
                <a:cubicBezTo>
                  <a:pt x="147560" y="1599359"/>
                  <a:pt x="66693" y="1486012"/>
                  <a:pt x="25449" y="1348947"/>
                </a:cubicBezTo>
                <a:cubicBezTo>
                  <a:pt x="-17699" y="1206072"/>
                  <a:pt x="-4840" y="1065959"/>
                  <a:pt x="53167" y="929180"/>
                </a:cubicBezTo>
                <a:cubicBezTo>
                  <a:pt x="117842" y="776780"/>
                  <a:pt x="224617" y="656194"/>
                  <a:pt x="346442" y="547513"/>
                </a:cubicBezTo>
                <a:cubicBezTo>
                  <a:pt x="541704" y="373873"/>
                  <a:pt x="766209" y="248238"/>
                  <a:pt x="1005477" y="147463"/>
                </a:cubicBezTo>
                <a:cubicBezTo>
                  <a:pt x="1135645" y="91552"/>
                  <a:pt x="1271691" y="50461"/>
                  <a:pt x="1411051" y="24972"/>
                </a:cubicBezTo>
                <a:cubicBezTo>
                  <a:pt x="1532400" y="3636"/>
                  <a:pt x="1654510" y="-11128"/>
                  <a:pt x="1777859" y="9922"/>
                </a:cubicBezTo>
                <a:cubicBezTo>
                  <a:pt x="1872157" y="25924"/>
                  <a:pt x="1961882" y="53833"/>
                  <a:pt x="2035796" y="117174"/>
                </a:cubicBezTo>
                <a:cubicBezTo>
                  <a:pt x="2109262" y="181048"/>
                  <a:pt x="2170022" y="258220"/>
                  <a:pt x="2214866" y="344631"/>
                </a:cubicBezTo>
                <a:cubicBezTo>
                  <a:pt x="2308021" y="519891"/>
                  <a:pt x="2358313" y="708295"/>
                  <a:pt x="2389174" y="903177"/>
                </a:cubicBezTo>
                <a:cubicBezTo>
                  <a:pt x="2409367" y="1030964"/>
                  <a:pt x="2419520" y="1160133"/>
                  <a:pt x="2419558" y="1289511"/>
                </a:cubicBezTo>
                <a:cubicBezTo>
                  <a:pt x="2420387" y="1428185"/>
                  <a:pt x="2407624" y="1566612"/>
                  <a:pt x="2381458" y="1702801"/>
                </a:cubicBezTo>
                <a:cubicBezTo>
                  <a:pt x="2360408" y="1809671"/>
                  <a:pt x="2331928" y="1913589"/>
                  <a:pt x="2284684" y="2011411"/>
                </a:cubicBezTo>
                <a:cubicBezTo>
                  <a:pt x="2205055" y="2176479"/>
                  <a:pt x="2092470" y="2309829"/>
                  <a:pt x="1914352" y="2374980"/>
                </a:cubicBezTo>
                <a:cubicBezTo>
                  <a:pt x="1836723" y="2403650"/>
                  <a:pt x="1755761" y="2417462"/>
                  <a:pt x="1707279" y="2415271"/>
                </a:cubicBezTo>
                <a:close/>
              </a:path>
            </a:pathLst>
          </a:custGeom>
          <a:solidFill>
            <a:schemeClr val="accent1">
              <a:alpha val="23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30" name="图片 29" descr="E:/设计图片素材4/pexels-acres-of-film-698445032-19090379.jpgpexels-acres-of-film-698445032-1909037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345985" y="1874290"/>
            <a:ext cx="3749333" cy="374552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4926">
                <a:moveTo>
                  <a:pt x="3391" y="0"/>
                </a:moveTo>
                <a:cubicBezTo>
                  <a:pt x="3469" y="1"/>
                  <a:pt x="3548" y="7"/>
                  <a:pt x="3626" y="21"/>
                </a:cubicBezTo>
                <a:cubicBezTo>
                  <a:pt x="3819" y="53"/>
                  <a:pt x="4002" y="110"/>
                  <a:pt x="4152" y="239"/>
                </a:cubicBezTo>
                <a:cubicBezTo>
                  <a:pt x="4302" y="370"/>
                  <a:pt x="4426" y="527"/>
                  <a:pt x="4517" y="703"/>
                </a:cubicBezTo>
                <a:cubicBezTo>
                  <a:pt x="4707" y="1061"/>
                  <a:pt x="4810" y="1445"/>
                  <a:pt x="4873" y="1842"/>
                </a:cubicBezTo>
                <a:cubicBezTo>
                  <a:pt x="4914" y="2103"/>
                  <a:pt x="4935" y="2366"/>
                  <a:pt x="4935" y="2630"/>
                </a:cubicBezTo>
                <a:cubicBezTo>
                  <a:pt x="4937" y="2913"/>
                  <a:pt x="4911" y="3195"/>
                  <a:pt x="4857" y="3473"/>
                </a:cubicBezTo>
                <a:cubicBezTo>
                  <a:pt x="4814" y="3691"/>
                  <a:pt x="4756" y="3903"/>
                  <a:pt x="4660" y="4102"/>
                </a:cubicBezTo>
                <a:cubicBezTo>
                  <a:pt x="4497" y="4439"/>
                  <a:pt x="4268" y="4711"/>
                  <a:pt x="3905" y="4843"/>
                </a:cubicBezTo>
                <a:cubicBezTo>
                  <a:pt x="3746" y="4902"/>
                  <a:pt x="3581" y="4930"/>
                  <a:pt x="3482" y="4926"/>
                </a:cubicBezTo>
                <a:cubicBezTo>
                  <a:pt x="3083" y="4921"/>
                  <a:pt x="2773" y="4837"/>
                  <a:pt x="2470" y="4719"/>
                </a:cubicBezTo>
                <a:cubicBezTo>
                  <a:pt x="2116" y="4581"/>
                  <a:pt x="1781" y="4404"/>
                  <a:pt x="1456" y="4206"/>
                </a:cubicBezTo>
                <a:cubicBezTo>
                  <a:pt x="1110" y="3995"/>
                  <a:pt x="781" y="3764"/>
                  <a:pt x="500" y="3470"/>
                </a:cubicBezTo>
                <a:cubicBezTo>
                  <a:pt x="301" y="3262"/>
                  <a:pt x="136" y="3031"/>
                  <a:pt x="52" y="2751"/>
                </a:cubicBezTo>
                <a:cubicBezTo>
                  <a:pt x="-36" y="2460"/>
                  <a:pt x="-10" y="2174"/>
                  <a:pt x="109" y="1895"/>
                </a:cubicBezTo>
                <a:cubicBezTo>
                  <a:pt x="241" y="1584"/>
                  <a:pt x="458" y="1339"/>
                  <a:pt x="707" y="1117"/>
                </a:cubicBezTo>
                <a:cubicBezTo>
                  <a:pt x="1105" y="763"/>
                  <a:pt x="1563" y="507"/>
                  <a:pt x="2051" y="301"/>
                </a:cubicBezTo>
                <a:cubicBezTo>
                  <a:pt x="2316" y="187"/>
                  <a:pt x="2594" y="103"/>
                  <a:pt x="2878" y="51"/>
                </a:cubicBezTo>
                <a:cubicBezTo>
                  <a:pt x="3048" y="22"/>
                  <a:pt x="3219" y="-2"/>
                  <a:pt x="3391" y="0"/>
                </a:cubicBezTo>
                <a:close/>
              </a:path>
            </a:pathLst>
          </a:custGeom>
          <a:solidFill>
            <a:schemeClr val="accent1"/>
          </a:solidFill>
          <a:ln w="60325">
            <a:solidFill>
              <a:schemeClr val="accent1">
                <a:alpha val="15000"/>
              </a:schemeClr>
            </a:solidFill>
          </a:ln>
        </p:spPr>
      </p:pic>
      <p:sp>
        <p:nvSpPr>
          <p:cNvPr id="3" name="边界"/>
          <p:cNvSpPr/>
          <p:nvPr>
            <p:custDataLst>
              <p:tags r:id="rId5"/>
            </p:custDataLst>
          </p:nvPr>
        </p:nvSpPr>
        <p:spPr>
          <a:xfrm>
            <a:off x="4572784" y="1683840"/>
            <a:ext cx="7010974" cy="4572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正文"/>
          <p:cNvSpPr txBox="1"/>
          <p:nvPr>
            <p:custDataLst>
              <p:tags r:id="rId6"/>
            </p:custDataLst>
          </p:nvPr>
        </p:nvSpPr>
        <p:spPr>
          <a:xfrm>
            <a:off x="4573349" y="2174567"/>
            <a:ext cx="7010479" cy="8665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7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单击此处编辑添加正文，文字是您思想的提炼，为了最终演示发布的良好效果。根据需要可酌情增减文字，以便观者准确理解您所传达的信息。</a:t>
            </a:r>
            <a:endParaRPr lang="zh-CN" altLang="en-US" sz="17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12" name="标题"/>
          <p:cNvSpPr txBox="1"/>
          <p:nvPr>
            <p:custDataLst>
              <p:tags r:id="rId7"/>
            </p:custDataLst>
          </p:nvPr>
        </p:nvSpPr>
        <p:spPr>
          <a:xfrm>
            <a:off x="4573349" y="1841913"/>
            <a:ext cx="7010479" cy="33900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100" b="1" dirty="0">
                <a:solidFill>
                  <a:schemeClr val="accent1"/>
                </a:solidFill>
                <a:uFillTx/>
                <a:latin typeface="+mn-ea"/>
                <a:sym typeface="+mn-ea"/>
              </a:rPr>
              <a:t>单击添加项标题内容</a:t>
            </a:r>
            <a:endParaRPr lang="zh-CN" altLang="en-US" sz="2100" b="1" dirty="0">
              <a:solidFill>
                <a:schemeClr val="accent1"/>
              </a:solidFill>
              <a:uFillTx/>
              <a:latin typeface="+mn-ea"/>
              <a:sym typeface="+mn-ea"/>
            </a:endParaRPr>
          </a:p>
        </p:txBody>
      </p:sp>
      <p:sp>
        <p:nvSpPr>
          <p:cNvPr id="14" name="正文"/>
          <p:cNvSpPr txBox="1"/>
          <p:nvPr>
            <p:custDataLst>
              <p:tags r:id="rId8"/>
            </p:custDataLst>
          </p:nvPr>
        </p:nvSpPr>
        <p:spPr>
          <a:xfrm>
            <a:off x="4573349" y="3733721"/>
            <a:ext cx="7010479" cy="8665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7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单击此处编辑添加正文，文字是您思想的提炼，为了最终演示发布的良好效果。根据需要可酌情增减文字，以便观者准确理解您所传达的信息。</a:t>
            </a:r>
            <a:endParaRPr lang="zh-CN" altLang="en-US" sz="17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15" name="标题"/>
          <p:cNvSpPr txBox="1"/>
          <p:nvPr>
            <p:custDataLst>
              <p:tags r:id="rId9"/>
            </p:custDataLst>
          </p:nvPr>
        </p:nvSpPr>
        <p:spPr>
          <a:xfrm>
            <a:off x="4573349" y="3401067"/>
            <a:ext cx="7010479" cy="33900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100" b="1" dirty="0">
                <a:solidFill>
                  <a:schemeClr val="accent1"/>
                </a:solidFill>
                <a:uFillTx/>
                <a:latin typeface="+mn-ea"/>
                <a:sym typeface="+mn-ea"/>
              </a:rPr>
              <a:t>单击添加项标题内容</a:t>
            </a:r>
            <a:endParaRPr lang="zh-CN" altLang="en-US" sz="2100" b="1" dirty="0">
              <a:solidFill>
                <a:schemeClr val="accent1"/>
              </a:solidFill>
              <a:uFillTx/>
              <a:latin typeface="+mn-ea"/>
              <a:sym typeface="+mn-ea"/>
            </a:endParaRPr>
          </a:p>
        </p:txBody>
      </p:sp>
      <p:sp>
        <p:nvSpPr>
          <p:cNvPr id="17" name="正文"/>
          <p:cNvSpPr txBox="1"/>
          <p:nvPr>
            <p:custDataLst>
              <p:tags r:id="rId10"/>
            </p:custDataLst>
          </p:nvPr>
        </p:nvSpPr>
        <p:spPr>
          <a:xfrm>
            <a:off x="4573349" y="5292874"/>
            <a:ext cx="7010479" cy="8665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7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单击此处编辑添加正文，文字是您思想的提炼，为了最终演示发布的良好效果。根据需要可酌情增减文字，以便观者准确理解您所传达的信息。</a:t>
            </a:r>
            <a:endParaRPr lang="zh-CN" altLang="en-US" sz="17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18" name="标题"/>
          <p:cNvSpPr txBox="1"/>
          <p:nvPr>
            <p:custDataLst>
              <p:tags r:id="rId11"/>
            </p:custDataLst>
          </p:nvPr>
        </p:nvSpPr>
        <p:spPr>
          <a:xfrm>
            <a:off x="4573349" y="4960221"/>
            <a:ext cx="7010479" cy="33900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100" b="1" dirty="0">
                <a:solidFill>
                  <a:schemeClr val="accent1"/>
                </a:solidFill>
                <a:uFillTx/>
                <a:latin typeface="+mn-ea"/>
                <a:sym typeface="+mn-ea"/>
              </a:rPr>
              <a:t>单击添加项标题内容</a:t>
            </a:r>
            <a:endParaRPr lang="zh-CN" altLang="en-US" sz="2100" b="1" dirty="0">
              <a:solidFill>
                <a:schemeClr val="accent1"/>
              </a:solidFill>
              <a:uFillTx/>
              <a:latin typeface="+mn-ea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198555" y="1991734"/>
            <a:ext cx="8997656" cy="10531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单击此处添加文本具体内容，简明扼要地阐述您的观点。根据需要可酌情增减文字，以便观者准确地理解您传达的思想。单击此处添加文本具体内容，简明扼要地阐述您的观点，根据需要可增减文字。</a:t>
            </a:r>
            <a:endParaRPr lang="zh-CN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198129" y="1524098"/>
            <a:ext cx="8997656" cy="4616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单击此处添加标题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1298995" y="1590530"/>
            <a:ext cx="579449" cy="5794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zh-CN" altLang="en-US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2206808" y="3591518"/>
            <a:ext cx="8997656" cy="10531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单击此处添加文本具体内容，简明扼要地阐述您的观点。根据需要可酌情增减文字，以便观者准确地理解您传达的思想。单击此处添加文本具体内容，简明扼要地阐述您的观点，根据需要可增减文字。</a:t>
            </a:r>
            <a:endParaRPr lang="zh-CN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2206586" y="3124279"/>
            <a:ext cx="8997656" cy="4616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单击此处添加标题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1307451" y="3190711"/>
            <a:ext cx="579449" cy="5794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zh-CN" altLang="en-US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8"/>
            </p:custDataLst>
          </p:nvPr>
        </p:nvSpPr>
        <p:spPr>
          <a:xfrm>
            <a:off x="2197920" y="5191936"/>
            <a:ext cx="8997656" cy="10531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单击此处添加文本具体内容，简明扼要地阐述您的观点。根据需要可酌情增减文字，以便观者准确地理解您传达的思想。单击此处添加文本具体内容，简明扼要地阐述您的观点，根据需要可增减文字。</a:t>
            </a:r>
            <a:endParaRPr lang="zh-CN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2197515" y="4724301"/>
            <a:ext cx="8997656" cy="4616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单击此处添加标题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>
          <a:xfrm>
            <a:off x="1298380" y="4790732"/>
            <a:ext cx="579449" cy="5794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03</a:t>
            </a:r>
            <a:endParaRPr lang="zh-CN" altLang="en-US" sz="240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>
            <p:custDataLst>
              <p:tags r:id="rId1"/>
            </p:custDataLst>
          </p:nvPr>
        </p:nvSpPr>
        <p:spPr>
          <a:xfrm>
            <a:off x="695779" y="1848897"/>
            <a:ext cx="4091509" cy="4092144"/>
          </a:xfrm>
          <a:prstGeom prst="ellipse">
            <a:avLst/>
          </a:prstGeom>
          <a:gradFill flip="none" rotWithShape="1">
            <a:gsLst>
              <a:gs pos="85000">
                <a:schemeClr val="accent1">
                  <a:alpha val="0"/>
                </a:schemeClr>
              </a:gs>
              <a:gs pos="15000">
                <a:schemeClr val="accent1">
                  <a:alpha val="0"/>
                </a:schemeClr>
              </a:gs>
              <a:gs pos="51000">
                <a:schemeClr val="accent1">
                  <a:alpha val="10000"/>
                </a:schemeClr>
              </a:gs>
            </a:gsLst>
            <a:lin ang="5400000"/>
          </a:gra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+mn-cs"/>
            </a:endParaRPr>
          </a:p>
        </p:txBody>
      </p:sp>
      <p:sp useBgFill="1">
        <p:nvSpPr>
          <p:cNvPr id="3" name="椭圆 2"/>
          <p:cNvSpPr/>
          <p:nvPr>
            <p:custDataLst>
              <p:tags r:id="rId2"/>
            </p:custDataLst>
          </p:nvPr>
        </p:nvSpPr>
        <p:spPr>
          <a:xfrm>
            <a:off x="1023353" y="2162505"/>
            <a:ext cx="3459849" cy="3459849"/>
          </a:xfrm>
          <a:prstGeom prst="ellipse">
            <a:avLst/>
          </a:prstGeom>
          <a:ln>
            <a:noFill/>
          </a:ln>
          <a:effectLst>
            <a:outerShdw blurRad="368300" dist="38100" dir="5400000" algn="t" rotWithShape="0">
              <a:schemeClr val="accent1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椭圆 5"/>
          <p:cNvSpPr/>
          <p:nvPr>
            <p:custDataLst>
              <p:tags r:id="rId3"/>
            </p:custDataLst>
          </p:nvPr>
        </p:nvSpPr>
        <p:spPr>
          <a:xfrm>
            <a:off x="1023353" y="2162505"/>
            <a:ext cx="3459849" cy="3459849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>
            <p:custDataLst>
              <p:tags r:id="rId4"/>
            </p:custDataLst>
          </p:nvPr>
        </p:nvSpPr>
        <p:spPr>
          <a:xfrm>
            <a:off x="1580103" y="2707193"/>
            <a:ext cx="2357141" cy="2357141"/>
          </a:xfrm>
          <a:prstGeom prst="ellipse">
            <a:avLst/>
          </a:prstGeom>
          <a:gradFill>
            <a:gsLst>
              <a:gs pos="74000">
                <a:schemeClr val="accent1">
                  <a:alpha val="85000"/>
                </a:schemeClr>
              </a:gs>
              <a:gs pos="10000">
                <a:schemeClr val="accent1">
                  <a:alpha val="40000"/>
                </a:schemeClr>
              </a:gs>
            </a:gsLst>
            <a:lin ang="2700000" scaled="0"/>
          </a:gradFill>
          <a:ln>
            <a:noFill/>
          </a:ln>
          <a:effectLst>
            <a:outerShdw blurRad="177800" dist="38100" dir="2700000" algn="tl" rotWithShape="0">
              <a:schemeClr val="accent1">
                <a:lumMod val="50000"/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1905139" y="3032228"/>
            <a:ext cx="1707070" cy="1707070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1">
                    <a:lumMod val="20000"/>
                    <a:lumOff val="80000"/>
                    <a:alpha val="67000"/>
                  </a:schemeClr>
                </a:gs>
                <a:gs pos="100000">
                  <a:schemeClr val="accent1">
                    <a:lumMod val="20000"/>
                    <a:lumOff val="80000"/>
                    <a:alpha val="53000"/>
                  </a:schemeClr>
                </a:gs>
              </a:gsLst>
              <a:lin ang="2700000" scaled="1"/>
            </a:gradFill>
          </a:ln>
          <a:effectLst>
            <a:outerShdw blurRad="635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3200" b="1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9" name="图片 9" descr="个人能力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01910" y="3429000"/>
            <a:ext cx="914162" cy="914162"/>
          </a:xfrm>
          <a:prstGeom prst="rect">
            <a:avLst/>
          </a:prstGeom>
        </p:spPr>
      </p:pic>
      <p:sp>
        <p:nvSpPr>
          <p:cNvPr id="10" name="弧形 9"/>
          <p:cNvSpPr/>
          <p:nvPr>
            <p:custDataLst>
              <p:tags r:id="rId9"/>
            </p:custDataLst>
          </p:nvPr>
        </p:nvSpPr>
        <p:spPr>
          <a:xfrm rot="1620000">
            <a:off x="1368069" y="2516108"/>
            <a:ext cx="2777402" cy="2777402"/>
          </a:xfrm>
          <a:prstGeom prst="arc">
            <a:avLst/>
          </a:prstGeom>
          <a:noFill/>
          <a:ln w="28575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63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15" name="弧形 14"/>
          <p:cNvSpPr/>
          <p:nvPr>
            <p:custDataLst>
              <p:tags r:id="rId10"/>
            </p:custDataLst>
          </p:nvPr>
        </p:nvSpPr>
        <p:spPr>
          <a:xfrm rot="11520000">
            <a:off x="1368069" y="2516108"/>
            <a:ext cx="2777402" cy="2777402"/>
          </a:xfrm>
          <a:prstGeom prst="arc">
            <a:avLst/>
          </a:prstGeom>
          <a:noFill/>
          <a:ln w="28575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矩形"/>
          <p:cNvSpPr/>
          <p:nvPr>
            <p:custDataLst>
              <p:tags r:id="rId12"/>
            </p:custDataLst>
          </p:nvPr>
        </p:nvSpPr>
        <p:spPr>
          <a:xfrm>
            <a:off x="6013154" y="2318674"/>
            <a:ext cx="5479893" cy="719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添加文本具体内容，可酌情增减文字，以便观者准确地理解您传达的思想添加文本具体内容，简明扼要地阐述观点。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4" name="矩形"/>
          <p:cNvSpPr/>
          <p:nvPr>
            <p:custDataLst>
              <p:tags r:id="rId13"/>
            </p:custDataLst>
          </p:nvPr>
        </p:nvSpPr>
        <p:spPr>
          <a:xfrm>
            <a:off x="6516578" y="3535017"/>
            <a:ext cx="4977104" cy="719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添加文本具体内容，可酌情增减文字，以便观者准确地理解您传达的思想。添加文本具体内容，简明扼要地阐述观点。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矩形"/>
          <p:cNvSpPr/>
          <p:nvPr>
            <p:custDataLst>
              <p:tags r:id="rId14"/>
            </p:custDataLst>
          </p:nvPr>
        </p:nvSpPr>
        <p:spPr>
          <a:xfrm>
            <a:off x="6013154" y="4751361"/>
            <a:ext cx="5481162" cy="719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添加文本具体内容，可酌情增减文字，以便观者准确地理解您传达的思想添加文本具体内容，简明扼要地阐述观点。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 useBgFill="1">
        <p:nvSpPr>
          <p:cNvPr id="36" name="圆角矩形"/>
          <p:cNvSpPr/>
          <p:nvPr>
            <p:custDataLst>
              <p:tags r:id="rId15"/>
            </p:custDataLst>
          </p:nvPr>
        </p:nvSpPr>
        <p:spPr>
          <a:xfrm>
            <a:off x="3933435" y="2391680"/>
            <a:ext cx="1759762" cy="57389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 useBgFill="1">
        <p:nvSpPr>
          <p:cNvPr id="37" name="圆角矩形"/>
          <p:cNvSpPr/>
          <p:nvPr>
            <p:custDataLst>
              <p:tags r:id="rId16"/>
            </p:custDataLst>
          </p:nvPr>
        </p:nvSpPr>
        <p:spPr>
          <a:xfrm>
            <a:off x="4422893" y="3608023"/>
            <a:ext cx="1759762" cy="57389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 useBgFill="1">
        <p:nvSpPr>
          <p:cNvPr id="38" name="圆角矩形"/>
          <p:cNvSpPr/>
          <p:nvPr>
            <p:custDataLst>
              <p:tags r:id="rId17"/>
            </p:custDataLst>
          </p:nvPr>
        </p:nvSpPr>
        <p:spPr>
          <a:xfrm>
            <a:off x="3933435" y="4824367"/>
            <a:ext cx="1759762" cy="57389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9" name="圆角矩形"/>
          <p:cNvSpPr/>
          <p:nvPr>
            <p:custDataLst>
              <p:tags r:id="rId18"/>
            </p:custDataLst>
          </p:nvPr>
        </p:nvSpPr>
        <p:spPr>
          <a:xfrm>
            <a:off x="3927112" y="2391680"/>
            <a:ext cx="1759762" cy="573891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accent1">
                <a:alpha val="30000"/>
              </a:schemeClr>
            </a:solidFill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添加标题</a:t>
            </a: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0" name="圆角矩形"/>
          <p:cNvSpPr/>
          <p:nvPr>
            <p:custDataLst>
              <p:tags r:id="rId19"/>
            </p:custDataLst>
          </p:nvPr>
        </p:nvSpPr>
        <p:spPr>
          <a:xfrm>
            <a:off x="4416570" y="3608042"/>
            <a:ext cx="1759762" cy="573891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accent1">
                <a:alpha val="30000"/>
              </a:schemeClr>
            </a:solidFill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添加标题</a:t>
            </a: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1" name="圆角矩形"/>
          <p:cNvSpPr/>
          <p:nvPr>
            <p:custDataLst>
              <p:tags r:id="rId20"/>
            </p:custDataLst>
          </p:nvPr>
        </p:nvSpPr>
        <p:spPr>
          <a:xfrm>
            <a:off x="3927112" y="4824386"/>
            <a:ext cx="1759762" cy="573891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accent1">
                <a:alpha val="30000"/>
              </a:schemeClr>
            </a:solidFill>
          </a:ln>
          <a:effectLst>
            <a:outerShdw blurRad="177800" dist="381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chemeClr val="accent1"/>
                </a:solidFill>
                <a:cs typeface="微软雅黑" panose="020B0503020204020204" pitchFamily="34" charset="-122"/>
                <a:sym typeface="+mn-ea"/>
              </a:rPr>
              <a:t>添加标题</a:t>
            </a:r>
            <a:endParaRPr lang="zh-CN" altLang="en-US" sz="2000" b="1" dirty="0">
              <a:solidFill>
                <a:schemeClr val="accen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单圆角矩形 5"/>
          <p:cNvSpPr/>
          <p:nvPr>
            <p:custDataLst>
              <p:tags r:id="rId1"/>
            </p:custDataLst>
          </p:nvPr>
        </p:nvSpPr>
        <p:spPr>
          <a:xfrm>
            <a:off x="6365487" y="3688531"/>
            <a:ext cx="5125655" cy="2181927"/>
          </a:xfrm>
          <a:prstGeom prst="round1Rect">
            <a:avLst>
              <a:gd name="adj" fmla="val 0"/>
            </a:avLst>
          </a:prstGeom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7" name="单圆角矩形 5"/>
          <p:cNvSpPr/>
          <p:nvPr>
            <p:custDataLst>
              <p:tags r:id="rId2"/>
            </p:custDataLst>
          </p:nvPr>
        </p:nvSpPr>
        <p:spPr>
          <a:xfrm>
            <a:off x="6365487" y="3688531"/>
            <a:ext cx="5125655" cy="2181927"/>
          </a:xfrm>
          <a:prstGeom prst="round1Rect">
            <a:avLst>
              <a:gd name="adj" fmla="val 0"/>
            </a:avLst>
          </a:prstGeom>
          <a:solidFill>
            <a:schemeClr val="lt1">
              <a:lumMod val="100000"/>
              <a:alpha val="20000"/>
            </a:schemeClr>
          </a:solidFill>
          <a:ln>
            <a:solidFill>
              <a:schemeClr val="accent1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85" name="单圆角矩形 5"/>
          <p:cNvSpPr/>
          <p:nvPr>
            <p:custDataLst>
              <p:tags r:id="rId3"/>
            </p:custDataLst>
          </p:nvPr>
        </p:nvSpPr>
        <p:spPr>
          <a:xfrm>
            <a:off x="684352" y="3688531"/>
            <a:ext cx="5125655" cy="2181927"/>
          </a:xfrm>
          <a:prstGeom prst="round1Rect">
            <a:avLst>
              <a:gd name="adj" fmla="val 0"/>
            </a:avLst>
          </a:prstGeom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6" name="单圆角矩形 5"/>
          <p:cNvSpPr/>
          <p:nvPr>
            <p:custDataLst>
              <p:tags r:id="rId4"/>
            </p:custDataLst>
          </p:nvPr>
        </p:nvSpPr>
        <p:spPr>
          <a:xfrm>
            <a:off x="684352" y="3688531"/>
            <a:ext cx="5125655" cy="2181927"/>
          </a:xfrm>
          <a:prstGeom prst="round1Rect">
            <a:avLst>
              <a:gd name="adj" fmla="val 0"/>
            </a:avLst>
          </a:prstGeom>
          <a:solidFill>
            <a:schemeClr val="lt1">
              <a:lumMod val="100000"/>
              <a:alpha val="20000"/>
            </a:schemeClr>
          </a:solidFill>
          <a:ln>
            <a:solidFill>
              <a:schemeClr val="accent1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71" name="单圆角矩形 5"/>
          <p:cNvSpPr/>
          <p:nvPr>
            <p:custDataLst>
              <p:tags r:id="rId5"/>
            </p:custDataLst>
          </p:nvPr>
        </p:nvSpPr>
        <p:spPr>
          <a:xfrm>
            <a:off x="6365487" y="1136495"/>
            <a:ext cx="5125655" cy="2181927"/>
          </a:xfrm>
          <a:prstGeom prst="round1Rect">
            <a:avLst>
              <a:gd name="adj" fmla="val 0"/>
            </a:avLst>
          </a:prstGeom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4" name="单圆角矩形 5"/>
          <p:cNvSpPr/>
          <p:nvPr>
            <p:custDataLst>
              <p:tags r:id="rId6"/>
            </p:custDataLst>
          </p:nvPr>
        </p:nvSpPr>
        <p:spPr>
          <a:xfrm>
            <a:off x="6365487" y="1136495"/>
            <a:ext cx="5125655" cy="2181927"/>
          </a:xfrm>
          <a:prstGeom prst="round1Rect">
            <a:avLst>
              <a:gd name="adj" fmla="val 0"/>
            </a:avLst>
          </a:prstGeom>
          <a:solidFill>
            <a:schemeClr val="lt1">
              <a:lumMod val="100000"/>
              <a:alpha val="20000"/>
            </a:schemeClr>
          </a:solidFill>
          <a:ln>
            <a:solidFill>
              <a:schemeClr val="accent1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25" name="单圆角矩形 5"/>
          <p:cNvSpPr/>
          <p:nvPr>
            <p:custDataLst>
              <p:tags r:id="rId7"/>
            </p:custDataLst>
          </p:nvPr>
        </p:nvSpPr>
        <p:spPr>
          <a:xfrm>
            <a:off x="684352" y="1136495"/>
            <a:ext cx="5125655" cy="2181927"/>
          </a:xfrm>
          <a:prstGeom prst="round1Rect">
            <a:avLst>
              <a:gd name="adj" fmla="val 0"/>
            </a:avLst>
          </a:prstGeom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 useBgFill="1">
        <p:nvSpPr>
          <p:cNvPr id="2" name="单圆角矩形 5"/>
          <p:cNvSpPr/>
          <p:nvPr>
            <p:custDataLst>
              <p:tags r:id="rId8"/>
            </p:custDataLst>
          </p:nvPr>
        </p:nvSpPr>
        <p:spPr>
          <a:xfrm>
            <a:off x="684352" y="1136495"/>
            <a:ext cx="5125655" cy="2181927"/>
          </a:xfrm>
          <a:prstGeom prst="round1Rect">
            <a:avLst>
              <a:gd name="adj" fmla="val 0"/>
            </a:avLst>
          </a:prstGeom>
          <a:solidFill>
            <a:schemeClr val="lt1">
              <a:lumMod val="100000"/>
              <a:alpha val="20000"/>
            </a:schemeClr>
          </a:solidFill>
          <a:ln>
            <a:solidFill>
              <a:schemeClr val="accent1">
                <a:lumMod val="60000"/>
                <a:lumOff val="40000"/>
                <a:alpha val="3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1338866" y="1397412"/>
            <a:ext cx="4224824" cy="43549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添加标题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11"/>
            </p:custDataLst>
          </p:nvPr>
        </p:nvSpPr>
        <p:spPr>
          <a:xfrm>
            <a:off x="1339501" y="1888140"/>
            <a:ext cx="4223555" cy="115666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indent="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7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请单击此处输入你的正文具体内容，文字是您思想的提炼，为了最终演示发布的良好效果，可酌情增减你的文字。</a:t>
            </a:r>
            <a:endParaRPr lang="zh-CN" altLang="en-US" sz="17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6" name="圆角矩形 19"/>
          <p:cNvSpPr/>
          <p:nvPr>
            <p:custDataLst>
              <p:tags r:id="rId12"/>
            </p:custDataLst>
          </p:nvPr>
        </p:nvSpPr>
        <p:spPr>
          <a:xfrm rot="5400000">
            <a:off x="686721" y="1437570"/>
            <a:ext cx="434073" cy="43867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燕尾形 20"/>
          <p:cNvSpPr/>
          <p:nvPr>
            <p:custDataLst>
              <p:tags r:id="rId13"/>
            </p:custDataLst>
          </p:nvPr>
        </p:nvSpPr>
        <p:spPr>
          <a:xfrm>
            <a:off x="846898" y="1572318"/>
            <a:ext cx="113718" cy="169174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14"/>
            </p:custDataLst>
          </p:nvPr>
        </p:nvSpPr>
        <p:spPr>
          <a:xfrm>
            <a:off x="7020001" y="1397412"/>
            <a:ext cx="4224824" cy="43549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添加标题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5"/>
            </p:custDataLst>
          </p:nvPr>
        </p:nvSpPr>
        <p:spPr>
          <a:xfrm>
            <a:off x="7020636" y="1888140"/>
            <a:ext cx="4223555" cy="115666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indent="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7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请单击此处输入你的正文具体内容，文字是您思想的提炼，为了最终演示发布的良好效果，根据需要可酌情增减你的文字。</a:t>
            </a:r>
            <a:endParaRPr lang="zh-CN" altLang="en-US" sz="17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74" name="圆角矩形 19"/>
          <p:cNvSpPr/>
          <p:nvPr>
            <p:custDataLst>
              <p:tags r:id="rId16"/>
            </p:custDataLst>
          </p:nvPr>
        </p:nvSpPr>
        <p:spPr>
          <a:xfrm rot="5400000">
            <a:off x="6367391" y="1437407"/>
            <a:ext cx="434227" cy="43867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5" name="燕尾形 20"/>
          <p:cNvSpPr/>
          <p:nvPr>
            <p:custDataLst>
              <p:tags r:id="rId17"/>
            </p:custDataLst>
          </p:nvPr>
        </p:nvSpPr>
        <p:spPr>
          <a:xfrm>
            <a:off x="6528005" y="1572627"/>
            <a:ext cx="113635" cy="168866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18"/>
            </p:custDataLst>
          </p:nvPr>
        </p:nvSpPr>
        <p:spPr>
          <a:xfrm>
            <a:off x="1338866" y="4045943"/>
            <a:ext cx="4224824" cy="43549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添加标题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19"/>
            </p:custDataLst>
          </p:nvPr>
        </p:nvSpPr>
        <p:spPr>
          <a:xfrm>
            <a:off x="1339501" y="4536670"/>
            <a:ext cx="4223555" cy="115666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indent="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7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请单击此处输入你的正文具体内容，文字是您思想的提炼，为了最终演示发布的良好效果，根据需要可酌情增减你的文字。</a:t>
            </a:r>
            <a:endParaRPr lang="zh-CN" altLang="en-US" sz="17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8" name="圆角矩形 19"/>
          <p:cNvSpPr/>
          <p:nvPr>
            <p:custDataLst>
              <p:tags r:id="rId20"/>
            </p:custDataLst>
          </p:nvPr>
        </p:nvSpPr>
        <p:spPr>
          <a:xfrm rot="5400000">
            <a:off x="686891" y="4085937"/>
            <a:ext cx="434227" cy="43867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9" name="燕尾形 20"/>
          <p:cNvSpPr/>
          <p:nvPr>
            <p:custDataLst>
              <p:tags r:id="rId21"/>
            </p:custDataLst>
          </p:nvPr>
        </p:nvSpPr>
        <p:spPr>
          <a:xfrm>
            <a:off x="846869" y="4221157"/>
            <a:ext cx="113635" cy="168866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22"/>
            </p:custDataLst>
          </p:nvPr>
        </p:nvSpPr>
        <p:spPr>
          <a:xfrm>
            <a:off x="7020001" y="3949448"/>
            <a:ext cx="4224824" cy="43549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添加标题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23"/>
            </p:custDataLst>
          </p:nvPr>
        </p:nvSpPr>
        <p:spPr>
          <a:xfrm>
            <a:off x="7020636" y="4440175"/>
            <a:ext cx="4223555" cy="115666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indent="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7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请单击此处输入你的正文具体内容，文字是您思想的提炼，为了最终演示发布的良好效果，可酌情增减你的文字。</a:t>
            </a:r>
            <a:endParaRPr lang="zh-CN" altLang="en-US" sz="17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圆角矩形 19"/>
          <p:cNvSpPr/>
          <p:nvPr>
            <p:custDataLst>
              <p:tags r:id="rId24"/>
            </p:custDataLst>
          </p:nvPr>
        </p:nvSpPr>
        <p:spPr>
          <a:xfrm rot="5400000">
            <a:off x="6368026" y="3989442"/>
            <a:ext cx="434227" cy="43867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燕尾形 20"/>
          <p:cNvSpPr/>
          <p:nvPr>
            <p:custDataLst>
              <p:tags r:id="rId25"/>
            </p:custDataLst>
          </p:nvPr>
        </p:nvSpPr>
        <p:spPr>
          <a:xfrm>
            <a:off x="6528005" y="4124662"/>
            <a:ext cx="113635" cy="168866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2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cxnSp>
        <p:nvCxnSpPr>
          <p:cNvPr id="30" name="直接连接符 29"/>
          <p:cNvCxnSpPr/>
          <p:nvPr>
            <p:custDataLst>
              <p:tags r:id="rId2"/>
            </p:custDataLst>
          </p:nvPr>
        </p:nvCxnSpPr>
        <p:spPr>
          <a:xfrm>
            <a:off x="2277787" y="2405506"/>
            <a:ext cx="93955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695779" y="3958832"/>
            <a:ext cx="1871513" cy="2273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单击输入项正文，文字是思想的提炼，请言简意赅的阐述观点。单击此处输入项正文，文字是思想的提炼，请尽量言简意赅的阐述观点单击此处输入项正文。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697058" y="3400927"/>
            <a:ext cx="1868953" cy="40756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" name="弧形 5"/>
          <p:cNvSpPr/>
          <p:nvPr>
            <p:custDataLst>
              <p:tags r:id="rId5"/>
            </p:custDataLst>
          </p:nvPr>
        </p:nvSpPr>
        <p:spPr>
          <a:xfrm>
            <a:off x="985273" y="1758927"/>
            <a:ext cx="1292523" cy="1293158"/>
          </a:xfrm>
          <a:prstGeom prst="arc">
            <a:avLst>
              <a:gd name="adj1" fmla="val 6360448"/>
              <a:gd name="adj2" fmla="val 4457874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1450607" y="2850208"/>
            <a:ext cx="361856" cy="362491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 lnSpcReduction="10000"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4" name="图片 5" descr="32313538333630393b32313538333731303bbdbbd7f7d2b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12111" y="2194116"/>
            <a:ext cx="438848" cy="438848"/>
          </a:xfrm>
          <a:prstGeom prst="rect">
            <a:avLst/>
          </a:prstGeom>
        </p:spPr>
      </p:pic>
      <p:sp>
        <p:nvSpPr>
          <p:cNvPr id="23" name="弧形 22"/>
          <p:cNvSpPr/>
          <p:nvPr>
            <p:custDataLst>
              <p:tags r:id="rId10"/>
            </p:custDataLst>
          </p:nvPr>
        </p:nvSpPr>
        <p:spPr>
          <a:xfrm>
            <a:off x="3217352" y="1758927"/>
            <a:ext cx="1292523" cy="1293158"/>
          </a:xfrm>
          <a:prstGeom prst="arc">
            <a:avLst>
              <a:gd name="adj1" fmla="val 6368490"/>
              <a:gd name="adj2" fmla="val 4429234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>
            <p:custDataLst>
              <p:tags r:id="rId11"/>
            </p:custDataLst>
          </p:nvPr>
        </p:nvSpPr>
        <p:spPr>
          <a:xfrm>
            <a:off x="3682686" y="2850208"/>
            <a:ext cx="361856" cy="362491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 lnSpcReduction="10000"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弧形 17"/>
          <p:cNvSpPr/>
          <p:nvPr>
            <p:custDataLst>
              <p:tags r:id="rId12"/>
            </p:custDataLst>
          </p:nvPr>
        </p:nvSpPr>
        <p:spPr>
          <a:xfrm>
            <a:off x="5449431" y="1758927"/>
            <a:ext cx="1292523" cy="1293158"/>
          </a:xfrm>
          <a:prstGeom prst="arc">
            <a:avLst>
              <a:gd name="adj1" fmla="val 6390174"/>
              <a:gd name="adj2" fmla="val 4446659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3" descr="32313538333630393b32313538333732303bcad5b2d8bfceb3cc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53333" y="2187557"/>
            <a:ext cx="483628" cy="483628"/>
          </a:xfrm>
          <a:prstGeom prst="rect">
            <a:avLst/>
          </a:prstGeom>
        </p:spPr>
      </p:pic>
      <p:sp>
        <p:nvSpPr>
          <p:cNvPr id="19" name="椭圆 18"/>
          <p:cNvSpPr/>
          <p:nvPr>
            <p:custDataLst>
              <p:tags r:id="rId16"/>
            </p:custDataLst>
          </p:nvPr>
        </p:nvSpPr>
        <p:spPr>
          <a:xfrm>
            <a:off x="5914764" y="2850208"/>
            <a:ext cx="361856" cy="362491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 lnSpcReduction="10000"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3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8" name="图片 12" descr="32313538333630393b32313538333731393bcbd1cbf7bfceb3cc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06794" y="2186993"/>
            <a:ext cx="435605" cy="435605"/>
          </a:xfrm>
          <a:prstGeom prst="rect">
            <a:avLst/>
          </a:prstGeom>
        </p:spPr>
      </p:pic>
      <p:sp>
        <p:nvSpPr>
          <p:cNvPr id="9" name="弧形 8"/>
          <p:cNvSpPr/>
          <p:nvPr>
            <p:custDataLst>
              <p:tags r:id="rId20"/>
            </p:custDataLst>
          </p:nvPr>
        </p:nvSpPr>
        <p:spPr>
          <a:xfrm>
            <a:off x="7678335" y="1758927"/>
            <a:ext cx="1292523" cy="1293158"/>
          </a:xfrm>
          <a:prstGeom prst="arc">
            <a:avLst>
              <a:gd name="adj1" fmla="val 6362077"/>
              <a:gd name="adj2" fmla="val 4401855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>
            <p:custDataLst>
              <p:tags r:id="rId21"/>
            </p:custDataLst>
          </p:nvPr>
        </p:nvSpPr>
        <p:spPr>
          <a:xfrm>
            <a:off x="8143669" y="2850208"/>
            <a:ext cx="361856" cy="362491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 lnSpcReduction="10000"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4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矩形 20"/>
          <p:cNvSpPr/>
          <p:nvPr>
            <p:custDataLst>
              <p:tags r:id="rId22"/>
            </p:custDataLst>
          </p:nvPr>
        </p:nvSpPr>
        <p:spPr>
          <a:xfrm>
            <a:off x="9624093" y="3959467"/>
            <a:ext cx="1871513" cy="2273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单击输入项正文，文字是思想的提炼，请言简意赅的阐述观点。单击此处输入项正文，文字是思想的提炼，请尽量言简意赅的阐述观点单击此处输入项正文。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5" name="矩形 24"/>
          <p:cNvSpPr/>
          <p:nvPr>
            <p:custDataLst>
              <p:tags r:id="rId23"/>
            </p:custDataLst>
          </p:nvPr>
        </p:nvSpPr>
        <p:spPr>
          <a:xfrm>
            <a:off x="7388215" y="3400927"/>
            <a:ext cx="1872762" cy="40756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6" name="矩形 25"/>
          <p:cNvSpPr/>
          <p:nvPr>
            <p:custDataLst>
              <p:tags r:id="rId24"/>
            </p:custDataLst>
          </p:nvPr>
        </p:nvSpPr>
        <p:spPr>
          <a:xfrm>
            <a:off x="7388840" y="3959467"/>
            <a:ext cx="1871513" cy="2273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单击输入项正文，文字是思想的提炼，请言简意赅的阐述观点。单击此处输入项正文，文字是思想的提炼，请尽量言简意赅的阐述观点。单击输入项正文。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7" name="矩形 26"/>
          <p:cNvSpPr/>
          <p:nvPr>
            <p:custDataLst>
              <p:tags r:id="rId25"/>
            </p:custDataLst>
          </p:nvPr>
        </p:nvSpPr>
        <p:spPr>
          <a:xfrm>
            <a:off x="5164390" y="3400927"/>
            <a:ext cx="1862605" cy="40756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9" name="矩形 28"/>
          <p:cNvSpPr/>
          <p:nvPr>
            <p:custDataLst>
              <p:tags r:id="rId26"/>
            </p:custDataLst>
          </p:nvPr>
        </p:nvSpPr>
        <p:spPr>
          <a:xfrm>
            <a:off x="2927857" y="3959467"/>
            <a:ext cx="1871513" cy="2273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单击输入项正文，文字是思想的提炼，请言简意赅的阐述观点。单击此处输入项正文，文字是思想的提炼，请尽量言简意赅的阐述观点。单击输入项正文。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1" name="矩形 30"/>
          <p:cNvSpPr/>
          <p:nvPr>
            <p:custDataLst>
              <p:tags r:id="rId27"/>
            </p:custDataLst>
          </p:nvPr>
        </p:nvSpPr>
        <p:spPr>
          <a:xfrm>
            <a:off x="2929137" y="3400927"/>
            <a:ext cx="1868953" cy="40756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" name="弧形 1"/>
          <p:cNvSpPr/>
          <p:nvPr>
            <p:custDataLst>
              <p:tags r:id="rId28"/>
            </p:custDataLst>
          </p:nvPr>
        </p:nvSpPr>
        <p:spPr>
          <a:xfrm>
            <a:off x="9913588" y="1759562"/>
            <a:ext cx="1292523" cy="1293158"/>
          </a:xfrm>
          <a:prstGeom prst="arc">
            <a:avLst>
              <a:gd name="adj1" fmla="val 6404146"/>
              <a:gd name="adj2" fmla="val 4435036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29"/>
            </p:custDataLst>
          </p:nvPr>
        </p:nvSpPr>
        <p:spPr>
          <a:xfrm>
            <a:off x="10378921" y="2850843"/>
            <a:ext cx="361856" cy="362491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 lnSpcReduction="10000"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5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30"/>
            </p:custDataLst>
          </p:nvPr>
        </p:nvSpPr>
        <p:spPr>
          <a:xfrm>
            <a:off x="5159936" y="3958832"/>
            <a:ext cx="1871513" cy="2273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单击输入项正文，文字是思想的提炼，请言简意赅的阐述观点。单击此处输入项正文，文字是思想的提炼，请尽量言简意赅的阐述观点单击此处输入项正文。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4" name="矩形 33"/>
          <p:cNvSpPr/>
          <p:nvPr>
            <p:custDataLst>
              <p:tags r:id="rId31"/>
            </p:custDataLst>
          </p:nvPr>
        </p:nvSpPr>
        <p:spPr>
          <a:xfrm>
            <a:off x="9625056" y="3400927"/>
            <a:ext cx="1869588" cy="40756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22" name="图片 10" descr="333438303937363b333438313037373bcad0b3a1b5f7b2e9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340341" y="2186178"/>
            <a:ext cx="439148" cy="439148"/>
          </a:xfrm>
          <a:prstGeom prst="rect">
            <a:avLst/>
          </a:prstGeom>
        </p:spPr>
      </p:pic>
      <p:pic>
        <p:nvPicPr>
          <p:cNvPr id="14" name="图片 14" descr="32313538333630393b32313538333732313bb6fac2f3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622072" y="2164409"/>
            <a:ext cx="481517" cy="481517"/>
          </a:xfrm>
          <a:prstGeom prst="rect">
            <a:avLst/>
          </a:prstGeom>
        </p:spPr>
      </p:pic>
      <p:cxnSp>
        <p:nvCxnSpPr>
          <p:cNvPr id="12" name="直接连接符 11"/>
          <p:cNvCxnSpPr/>
          <p:nvPr>
            <p:custDataLst>
              <p:tags r:id="rId38"/>
            </p:custDataLst>
          </p:nvPr>
        </p:nvCxnSpPr>
        <p:spPr>
          <a:xfrm>
            <a:off x="4512405" y="2405506"/>
            <a:ext cx="93955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39"/>
            </p:custDataLst>
          </p:nvPr>
        </p:nvCxnSpPr>
        <p:spPr>
          <a:xfrm>
            <a:off x="6741944" y="2405506"/>
            <a:ext cx="93955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40"/>
            </p:custDataLst>
          </p:nvPr>
        </p:nvCxnSpPr>
        <p:spPr>
          <a:xfrm>
            <a:off x="8974022" y="2405506"/>
            <a:ext cx="93955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4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6" name="椭圆"/>
          <p:cNvSpPr/>
          <p:nvPr>
            <p:custDataLst>
              <p:tags r:id="rId2"/>
            </p:custDataLst>
          </p:nvPr>
        </p:nvSpPr>
        <p:spPr>
          <a:xfrm>
            <a:off x="1273608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1359870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01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38" name="弧形 85"/>
          <p:cNvSpPr/>
          <p:nvPr>
            <p:custDataLst>
              <p:tags r:id="rId4"/>
            </p:custDataLst>
          </p:nvPr>
        </p:nvSpPr>
        <p:spPr>
          <a:xfrm rot="16200000">
            <a:off x="1204472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43" name="椭圆"/>
          <p:cNvSpPr/>
          <p:nvPr>
            <p:custDataLst>
              <p:tags r:id="rId5"/>
            </p:custDataLst>
          </p:nvPr>
        </p:nvSpPr>
        <p:spPr>
          <a:xfrm>
            <a:off x="3006447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6" name="椭圆 5"/>
          <p:cNvSpPr/>
          <p:nvPr>
            <p:custDataLst>
              <p:tags r:id="rId6"/>
            </p:custDataLst>
          </p:nvPr>
        </p:nvSpPr>
        <p:spPr>
          <a:xfrm>
            <a:off x="3092708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02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42" name="弧形 85"/>
          <p:cNvSpPr/>
          <p:nvPr>
            <p:custDataLst>
              <p:tags r:id="rId7"/>
            </p:custDataLst>
          </p:nvPr>
        </p:nvSpPr>
        <p:spPr>
          <a:xfrm rot="16200000">
            <a:off x="2937946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48" name="椭圆"/>
          <p:cNvSpPr/>
          <p:nvPr>
            <p:custDataLst>
              <p:tags r:id="rId8"/>
            </p:custDataLst>
          </p:nvPr>
        </p:nvSpPr>
        <p:spPr>
          <a:xfrm>
            <a:off x="4739920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7" name="椭圆 6"/>
          <p:cNvSpPr/>
          <p:nvPr>
            <p:custDataLst>
              <p:tags r:id="rId9"/>
            </p:custDataLst>
          </p:nvPr>
        </p:nvSpPr>
        <p:spPr>
          <a:xfrm>
            <a:off x="4826182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03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47" name="弧形 85"/>
          <p:cNvSpPr/>
          <p:nvPr>
            <p:custDataLst>
              <p:tags r:id="rId10"/>
            </p:custDataLst>
          </p:nvPr>
        </p:nvSpPr>
        <p:spPr>
          <a:xfrm rot="16200000">
            <a:off x="4670784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53" name="椭圆"/>
          <p:cNvSpPr/>
          <p:nvPr>
            <p:custDataLst>
              <p:tags r:id="rId11"/>
            </p:custDataLst>
          </p:nvPr>
        </p:nvSpPr>
        <p:spPr>
          <a:xfrm>
            <a:off x="6472759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8" name="椭圆 7"/>
          <p:cNvSpPr/>
          <p:nvPr>
            <p:custDataLst>
              <p:tags r:id="rId12"/>
            </p:custDataLst>
          </p:nvPr>
        </p:nvSpPr>
        <p:spPr>
          <a:xfrm>
            <a:off x="6558386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04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52" name="弧形 85"/>
          <p:cNvSpPr/>
          <p:nvPr>
            <p:custDataLst>
              <p:tags r:id="rId13"/>
            </p:custDataLst>
          </p:nvPr>
        </p:nvSpPr>
        <p:spPr>
          <a:xfrm rot="16200000">
            <a:off x="6404257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58" name="椭圆"/>
          <p:cNvSpPr/>
          <p:nvPr>
            <p:custDataLst>
              <p:tags r:id="rId14"/>
            </p:custDataLst>
          </p:nvPr>
        </p:nvSpPr>
        <p:spPr>
          <a:xfrm>
            <a:off x="8206231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10" name="椭圆 9"/>
          <p:cNvSpPr/>
          <p:nvPr>
            <p:custDataLst>
              <p:tags r:id="rId15"/>
            </p:custDataLst>
          </p:nvPr>
        </p:nvSpPr>
        <p:spPr>
          <a:xfrm>
            <a:off x="8291224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05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57" name="弧形 85"/>
          <p:cNvSpPr/>
          <p:nvPr>
            <p:custDataLst>
              <p:tags r:id="rId16"/>
            </p:custDataLst>
          </p:nvPr>
        </p:nvSpPr>
        <p:spPr>
          <a:xfrm rot="16200000">
            <a:off x="8137095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63" name="椭圆"/>
          <p:cNvSpPr/>
          <p:nvPr>
            <p:custDataLst>
              <p:tags r:id="rId17"/>
            </p:custDataLst>
          </p:nvPr>
        </p:nvSpPr>
        <p:spPr>
          <a:xfrm>
            <a:off x="9939070" y="3476217"/>
            <a:ext cx="928578" cy="929213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/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681" tIns="54840" rIns="109681" bIns="548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11" name="椭圆 10"/>
          <p:cNvSpPr/>
          <p:nvPr>
            <p:custDataLst>
              <p:tags r:id="rId18"/>
            </p:custDataLst>
          </p:nvPr>
        </p:nvSpPr>
        <p:spPr>
          <a:xfrm>
            <a:off x="10024698" y="3562478"/>
            <a:ext cx="757324" cy="75732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</a:rPr>
              <a:t>06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62" name="弧形 85"/>
          <p:cNvSpPr/>
          <p:nvPr>
            <p:custDataLst>
              <p:tags r:id="rId19"/>
            </p:custDataLst>
          </p:nvPr>
        </p:nvSpPr>
        <p:spPr>
          <a:xfrm rot="16200000">
            <a:off x="9870569" y="3440063"/>
            <a:ext cx="997714" cy="997714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cxnSp>
        <p:nvCxnSpPr>
          <p:cNvPr id="66" name="直接连接符 65"/>
          <p:cNvCxnSpPr>
            <a:endCxn id="43" idx="2"/>
          </p:cNvCxnSpPr>
          <p:nvPr>
            <p:custDataLst>
              <p:tags r:id="rId20"/>
            </p:custDataLst>
          </p:nvPr>
        </p:nvCxnSpPr>
        <p:spPr>
          <a:xfrm>
            <a:off x="2221849" y="3939237"/>
            <a:ext cx="784598" cy="2537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>
            <p:custDataLst>
              <p:tags r:id="rId21"/>
            </p:custDataLst>
          </p:nvPr>
        </p:nvCxnSpPr>
        <p:spPr>
          <a:xfrm>
            <a:off x="3955323" y="3939237"/>
            <a:ext cx="784598" cy="2537"/>
          </a:xfrm>
          <a:prstGeom prst="line">
            <a:avLst/>
          </a:prstGeom>
          <a:ln w="15875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>
            <p:custDataLst>
              <p:tags r:id="rId22"/>
            </p:custDataLst>
          </p:nvPr>
        </p:nvCxnSpPr>
        <p:spPr>
          <a:xfrm>
            <a:off x="5688161" y="3939237"/>
            <a:ext cx="784598" cy="2537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>
            <p:custDataLst>
              <p:tags r:id="rId23"/>
            </p:custDataLst>
          </p:nvPr>
        </p:nvCxnSpPr>
        <p:spPr>
          <a:xfrm>
            <a:off x="7421000" y="3939237"/>
            <a:ext cx="784598" cy="2537"/>
          </a:xfrm>
          <a:prstGeom prst="line">
            <a:avLst/>
          </a:prstGeom>
          <a:ln w="15875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>
            <p:custDataLst>
              <p:tags r:id="rId24"/>
            </p:custDataLst>
          </p:nvPr>
        </p:nvCxnSpPr>
        <p:spPr>
          <a:xfrm>
            <a:off x="9154472" y="3939237"/>
            <a:ext cx="784598" cy="2537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25"/>
            </p:custDataLst>
          </p:nvPr>
        </p:nvSpPr>
        <p:spPr>
          <a:xfrm>
            <a:off x="702126" y="1567055"/>
            <a:ext cx="2170235" cy="95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6"/>
            </p:custDataLst>
          </p:nvPr>
        </p:nvSpPr>
        <p:spPr>
          <a:xfrm>
            <a:off x="702127" y="2681581"/>
            <a:ext cx="217023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27"/>
            </p:custDataLst>
          </p:nvPr>
        </p:nvSpPr>
        <p:spPr>
          <a:xfrm>
            <a:off x="4085161" y="1567055"/>
            <a:ext cx="2168595" cy="95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28"/>
            </p:custDataLst>
          </p:nvPr>
        </p:nvSpPr>
        <p:spPr>
          <a:xfrm>
            <a:off x="4085349" y="2681581"/>
            <a:ext cx="216858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29"/>
            </p:custDataLst>
          </p:nvPr>
        </p:nvSpPr>
        <p:spPr>
          <a:xfrm>
            <a:off x="7551358" y="1567055"/>
            <a:ext cx="2168595" cy="95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>
            <p:custDataLst>
              <p:tags r:id="rId30"/>
            </p:custDataLst>
          </p:nvPr>
        </p:nvSpPr>
        <p:spPr>
          <a:xfrm>
            <a:off x="7551660" y="2681581"/>
            <a:ext cx="216858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31"/>
            </p:custDataLst>
          </p:nvPr>
        </p:nvSpPr>
        <p:spPr>
          <a:xfrm>
            <a:off x="2378876" y="5229164"/>
            <a:ext cx="2170235" cy="125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0" name="矩形 19"/>
          <p:cNvSpPr/>
          <p:nvPr>
            <p:custDataLst>
              <p:tags r:id="rId32"/>
            </p:custDataLst>
          </p:nvPr>
        </p:nvSpPr>
        <p:spPr>
          <a:xfrm>
            <a:off x="2379701" y="4690281"/>
            <a:ext cx="216858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1" name="矩形 20"/>
          <p:cNvSpPr/>
          <p:nvPr>
            <p:custDataLst>
              <p:tags r:id="rId33"/>
            </p:custDataLst>
          </p:nvPr>
        </p:nvSpPr>
        <p:spPr>
          <a:xfrm>
            <a:off x="5852541" y="5229164"/>
            <a:ext cx="2168595" cy="125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2" name="矩形 21"/>
          <p:cNvSpPr/>
          <p:nvPr>
            <p:custDataLst>
              <p:tags r:id="rId34"/>
            </p:custDataLst>
          </p:nvPr>
        </p:nvSpPr>
        <p:spPr>
          <a:xfrm>
            <a:off x="5852439" y="4690281"/>
            <a:ext cx="216858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3" name="矩形 22"/>
          <p:cNvSpPr/>
          <p:nvPr>
            <p:custDataLst>
              <p:tags r:id="rId35"/>
            </p:custDataLst>
          </p:nvPr>
        </p:nvSpPr>
        <p:spPr>
          <a:xfrm>
            <a:off x="9321277" y="5229164"/>
            <a:ext cx="2168595" cy="125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单击输入你的正文，文字是您思想的提炼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4" name="矩形 23"/>
          <p:cNvSpPr/>
          <p:nvPr>
            <p:custDataLst>
              <p:tags r:id="rId36"/>
            </p:custDataLst>
          </p:nvPr>
        </p:nvSpPr>
        <p:spPr>
          <a:xfrm>
            <a:off x="9321287" y="4690281"/>
            <a:ext cx="2168585" cy="44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3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>
            <a:off x="0" y="4002165"/>
            <a:ext cx="11071516" cy="0"/>
          </a:xfrm>
          <a:prstGeom prst="line">
            <a:avLst/>
          </a:prstGeom>
          <a:ln w="2540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直角三角形 3"/>
          <p:cNvSpPr/>
          <p:nvPr>
            <p:custDataLst>
              <p:tags r:id="rId3"/>
            </p:custDataLst>
          </p:nvPr>
        </p:nvSpPr>
        <p:spPr>
          <a:xfrm rot="13456694">
            <a:off x="10987709" y="3936469"/>
            <a:ext cx="125223" cy="131392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 flipV="1">
            <a:off x="1240652" y="2407821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>
            <p:custDataLst>
              <p:tags r:id="rId5"/>
            </p:custDataLst>
          </p:nvPr>
        </p:nvSpPr>
        <p:spPr>
          <a:xfrm>
            <a:off x="1152573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520370" y="264038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1529892" y="2363117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cxnSp>
        <p:nvCxnSpPr>
          <p:cNvPr id="7" name="直接连接符 6"/>
          <p:cNvCxnSpPr/>
          <p:nvPr>
            <p:custDataLst>
              <p:tags r:id="rId8"/>
            </p:custDataLst>
          </p:nvPr>
        </p:nvCxnSpPr>
        <p:spPr>
          <a:xfrm flipV="1">
            <a:off x="3829843" y="2407821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>
            <p:custDataLst>
              <p:tags r:id="rId9"/>
            </p:custDataLst>
          </p:nvPr>
        </p:nvSpPr>
        <p:spPr>
          <a:xfrm>
            <a:off x="3749243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10"/>
            </p:custDataLst>
          </p:nvPr>
        </p:nvSpPr>
        <p:spPr>
          <a:xfrm>
            <a:off x="4109561" y="264038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4" name="文本框 43"/>
          <p:cNvSpPr txBox="1"/>
          <p:nvPr>
            <p:custDataLst>
              <p:tags r:id="rId11"/>
            </p:custDataLst>
          </p:nvPr>
        </p:nvSpPr>
        <p:spPr>
          <a:xfrm>
            <a:off x="4129702" y="2363117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sp>
        <p:nvSpPr>
          <p:cNvPr id="16" name="椭圆 15"/>
          <p:cNvSpPr/>
          <p:nvPr>
            <p:custDataLst>
              <p:tags r:id="rId12"/>
            </p:custDataLst>
          </p:nvPr>
        </p:nvSpPr>
        <p:spPr>
          <a:xfrm>
            <a:off x="6394506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13"/>
            </p:custDataLst>
          </p:nvPr>
        </p:nvCxnSpPr>
        <p:spPr>
          <a:xfrm flipV="1">
            <a:off x="6463321" y="2407821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>
            <p:custDataLst>
              <p:tags r:id="rId14"/>
            </p:custDataLst>
          </p:nvPr>
        </p:nvSpPr>
        <p:spPr>
          <a:xfrm>
            <a:off x="6761768" y="264038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5" name="文本框 44"/>
          <p:cNvSpPr txBox="1"/>
          <p:nvPr>
            <p:custDataLst>
              <p:tags r:id="rId15"/>
            </p:custDataLst>
          </p:nvPr>
        </p:nvSpPr>
        <p:spPr>
          <a:xfrm>
            <a:off x="6776354" y="2363117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cxnSp>
        <p:nvCxnSpPr>
          <p:cNvPr id="9" name="直接连接符 8"/>
          <p:cNvCxnSpPr/>
          <p:nvPr>
            <p:custDataLst>
              <p:tags r:id="rId16"/>
            </p:custDataLst>
          </p:nvPr>
        </p:nvCxnSpPr>
        <p:spPr>
          <a:xfrm>
            <a:off x="2528911" y="4194939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>
            <p:custDataLst>
              <p:tags r:id="rId17"/>
            </p:custDataLst>
          </p:nvPr>
        </p:nvSpPr>
        <p:spPr>
          <a:xfrm>
            <a:off x="2457268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18"/>
            </p:custDataLst>
          </p:nvPr>
        </p:nvSpPr>
        <p:spPr>
          <a:xfrm>
            <a:off x="2812345" y="484839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6" name="文本框 45"/>
          <p:cNvSpPr txBox="1"/>
          <p:nvPr>
            <p:custDataLst>
              <p:tags r:id="rId19"/>
            </p:custDataLst>
          </p:nvPr>
        </p:nvSpPr>
        <p:spPr>
          <a:xfrm>
            <a:off x="2831866" y="4576709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cxnSp>
        <p:nvCxnSpPr>
          <p:cNvPr id="10" name="直接连接符 9"/>
          <p:cNvCxnSpPr/>
          <p:nvPr>
            <p:custDataLst>
              <p:tags r:id="rId20"/>
            </p:custDataLst>
          </p:nvPr>
        </p:nvCxnSpPr>
        <p:spPr>
          <a:xfrm>
            <a:off x="5110618" y="4194939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21"/>
            </p:custDataLst>
          </p:nvPr>
        </p:nvSpPr>
        <p:spPr>
          <a:xfrm>
            <a:off x="5046458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2"/>
            </p:custDataLst>
          </p:nvPr>
        </p:nvSpPr>
        <p:spPr>
          <a:xfrm>
            <a:off x="5457608" y="484839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" name="文本框 46"/>
          <p:cNvSpPr txBox="1"/>
          <p:nvPr>
            <p:custDataLst>
              <p:tags r:id="rId23"/>
            </p:custDataLst>
          </p:nvPr>
        </p:nvSpPr>
        <p:spPr>
          <a:xfrm>
            <a:off x="5472262" y="4576709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24"/>
            </p:custDataLst>
          </p:nvPr>
        </p:nvSpPr>
        <p:spPr>
          <a:xfrm>
            <a:off x="7698666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25"/>
            </p:custDataLst>
          </p:nvPr>
        </p:nvSpPr>
        <p:spPr>
          <a:xfrm>
            <a:off x="8087822" y="4844767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" name="文本框 47"/>
          <p:cNvSpPr txBox="1"/>
          <p:nvPr>
            <p:custDataLst>
              <p:tags r:id="rId26"/>
            </p:custDataLst>
          </p:nvPr>
        </p:nvSpPr>
        <p:spPr>
          <a:xfrm>
            <a:off x="8109303" y="4576709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cxnSp>
        <p:nvCxnSpPr>
          <p:cNvPr id="49" name="直接连接符 48"/>
          <p:cNvCxnSpPr/>
          <p:nvPr>
            <p:custDataLst>
              <p:tags r:id="rId27"/>
            </p:custDataLst>
          </p:nvPr>
        </p:nvCxnSpPr>
        <p:spPr>
          <a:xfrm>
            <a:off x="7768097" y="4194939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>
            <p:custDataLst>
              <p:tags r:id="rId28"/>
            </p:custDataLst>
          </p:nvPr>
        </p:nvSpPr>
        <p:spPr>
          <a:xfrm>
            <a:off x="9024720" y="3924248"/>
            <a:ext cx="143963" cy="143963"/>
          </a:xfrm>
          <a:prstGeom prst="ellips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>
            <p:custDataLst>
              <p:tags r:id="rId29"/>
            </p:custDataLst>
          </p:nvPr>
        </p:nvCxnSpPr>
        <p:spPr>
          <a:xfrm flipV="1">
            <a:off x="9093535" y="2407821"/>
            <a:ext cx="0" cy="1439625"/>
          </a:xfrm>
          <a:prstGeom prst="line">
            <a:avLst/>
          </a:prstGeom>
          <a:ln w="25400">
            <a:gradFill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30"/>
            </p:custDataLst>
          </p:nvPr>
        </p:nvSpPr>
        <p:spPr>
          <a:xfrm>
            <a:off x="9391982" y="2640384"/>
            <a:ext cx="1795763" cy="8601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单击输入项正文，文字是您思想的提炼，请言简意赅的阐述观点。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31"/>
            </p:custDataLst>
          </p:nvPr>
        </p:nvSpPr>
        <p:spPr>
          <a:xfrm>
            <a:off x="9406568" y="2363117"/>
            <a:ext cx="1290181" cy="2525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600" b="1" spc="100" dirty="0">
                <a:solidFill>
                  <a:schemeClr val="accent1"/>
                </a:solidFill>
              </a:rPr>
              <a:t>20XX</a:t>
            </a:r>
            <a:endParaRPr lang="zh-CN" altLang="en-US" sz="1600" b="1" spc="100" dirty="0">
              <a:solidFill>
                <a:schemeClr val="accent1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B333B34-C87C-402E-ABB0-13B7C9DEBBC4}" type="slidenum">
              <a:rPr/>
            </a:fld>
            <a:endParaRPr dirty="0"/>
          </a:p>
        </p:txBody>
      </p:sp>
    </p:spTree>
    <p:custDataLst>
      <p:tags r:id="rId3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223" y="475488"/>
            <a:ext cx="1125333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核心价值数据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66223" y="1307592"/>
            <a:ext cx="11253333" cy="0"/>
          </a:xfrm>
          <a:prstGeom prst="line">
            <a:avLst/>
          </a:prstGeom>
          <a:noFill/>
          <a:ln w="12697">
            <a:solidFill>
              <a:srgbClr val="E5EB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6223" y="1307592"/>
            <a:ext cx="1125333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基于中宏保险内部试点项目实测数据（2025年Q4—2026年Q1）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6223" y="1508760"/>
            <a:ext cx="2559653" cy="4434840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223" y="1508760"/>
            <a:ext cx="2559653" cy="82296"/>
          </a:xfrm>
          <a:prstGeom prst="rect">
            <a:avLst/>
          </a:prstGeom>
          <a:solidFill>
            <a:srgbClr val="00A758"/>
          </a:solidFill>
          <a:ln w="12697">
            <a:solidFill>
              <a:srgbClr val="00A7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488" y="1700784"/>
            <a:ext cx="226712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A7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40%↑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12488" y="3072384"/>
            <a:ext cx="2267121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核心业务流程处理效率提升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相比传统人工作业模式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488" y="5477256"/>
            <a:ext cx="22671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9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内部效能评估报告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64116" y="1508760"/>
            <a:ext cx="2559653" cy="4434840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116" y="1508760"/>
            <a:ext cx="2559653" cy="82296"/>
          </a:xfrm>
          <a:prstGeom prst="rect">
            <a:avLst/>
          </a:prstGeom>
          <a:solidFill>
            <a:srgbClr val="024097"/>
          </a:solidFill>
          <a:ln w="12697">
            <a:solidFill>
              <a:srgbClr val="0240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0382" y="1700784"/>
            <a:ext cx="226712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40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24/7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510382" y="3072384"/>
            <a:ext cx="2267121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全天候智能服务能力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节假日及非工作时段无间断响应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10382" y="5477256"/>
            <a:ext cx="22671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9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运营监控数据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2009" y="1508760"/>
            <a:ext cx="2559653" cy="4434840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2009" y="1508760"/>
            <a:ext cx="2559653" cy="82296"/>
          </a:xfrm>
          <a:prstGeom prst="rect">
            <a:avLst/>
          </a:prstGeom>
          <a:solidFill>
            <a:srgbClr val="00A758"/>
          </a:solidFill>
          <a:ln w="12697">
            <a:solidFill>
              <a:srgbClr val="00A7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8275" y="1700784"/>
            <a:ext cx="226712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A7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90%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408275" y="3072384"/>
            <a:ext cx="2267121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客户咨询自动化处理率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人工转接率下降至 10% 以内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8275" y="5477256"/>
            <a:ext cx="22671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9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客服中心统计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59902" y="1508760"/>
            <a:ext cx="2559653" cy="4434840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59902" y="1508760"/>
            <a:ext cx="2559653" cy="82296"/>
          </a:xfrm>
          <a:prstGeom prst="rect">
            <a:avLst/>
          </a:prstGeom>
          <a:solidFill>
            <a:srgbClr val="024097"/>
          </a:solidFill>
          <a:ln w="12697">
            <a:solidFill>
              <a:srgbClr val="0240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06168" y="1700784"/>
            <a:ext cx="226712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40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3×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9306168" y="3072384"/>
            <a:ext cx="2267121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业务响应速度倍增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平均处理时效从小时级压缩至分钟级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06168" y="5477256"/>
            <a:ext cx="22671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9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SLA 对比基准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223" y="475488"/>
            <a:ext cx="1125333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OpenClaw 四大核心能力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66223" y="1307592"/>
            <a:ext cx="11253333" cy="0"/>
          </a:xfrm>
          <a:prstGeom prst="line">
            <a:avLst/>
          </a:prstGeom>
          <a:noFill/>
          <a:ln w="12697">
            <a:solidFill>
              <a:srgbClr val="E5EB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6223" y="1307592"/>
            <a:ext cx="1125333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企业级 AI 智能体的完整能力框架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6223" y="1508760"/>
            <a:ext cx="11253333" cy="868680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223" y="1508760"/>
            <a:ext cx="68562" cy="868680"/>
          </a:xfrm>
          <a:prstGeom prst="rect">
            <a:avLst/>
          </a:prstGeom>
          <a:solidFill>
            <a:srgbClr val="00A758"/>
          </a:solidFill>
          <a:ln w="12697">
            <a:solidFill>
              <a:srgbClr val="00A7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064" y="1709928"/>
            <a:ext cx="457081" cy="457200"/>
          </a:xfrm>
          <a:prstGeom prst="rect">
            <a:avLst/>
          </a:prstGeom>
          <a:solidFill>
            <a:srgbClr val="00A758"/>
          </a:solidFill>
          <a:ln w="12697">
            <a:solidFill>
              <a:srgbClr val="00A75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055" y="1773936"/>
            <a:ext cx="329098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1844" y="1609344"/>
            <a:ext cx="1038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多模态感知与理解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51844" y="1965960"/>
            <a:ext cx="103848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支持文本、图像、语音及结构化数据多模态输入，精准理解复杂保险场景信息，提取关键要素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223" y="2560320"/>
            <a:ext cx="11253333" cy="868680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223" y="2560320"/>
            <a:ext cx="68562" cy="868680"/>
          </a:xfrm>
          <a:prstGeom prst="rect">
            <a:avLst/>
          </a:prstGeom>
          <a:solidFill>
            <a:srgbClr val="024097"/>
          </a:solidFill>
          <a:ln w="12697">
            <a:solidFill>
              <a:srgbClr val="02409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064" y="2761488"/>
            <a:ext cx="457081" cy="457200"/>
          </a:xfrm>
          <a:prstGeom prst="rect">
            <a:avLst/>
          </a:prstGeom>
          <a:solidFill>
            <a:srgbClr val="024097"/>
          </a:solidFill>
          <a:ln w="12697">
            <a:solidFill>
              <a:srgbClr val="02409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55" y="2825496"/>
            <a:ext cx="329098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51844" y="2660904"/>
            <a:ext cx="1038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自主规划与任务执行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151844" y="3017520"/>
            <a:ext cx="103848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基于大模型推理引擎，智能体可自主分解多步骤任务、制定执行方案并动态调整，无需人工干预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66223" y="3611880"/>
            <a:ext cx="11253333" cy="868680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6223" y="3611880"/>
            <a:ext cx="68562" cy="868680"/>
          </a:xfrm>
          <a:prstGeom prst="rect">
            <a:avLst/>
          </a:prstGeom>
          <a:solidFill>
            <a:srgbClr val="00A758"/>
          </a:solidFill>
          <a:ln w="12697">
            <a:solidFill>
              <a:srgbClr val="00A75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5064" y="3813048"/>
            <a:ext cx="457081" cy="457200"/>
          </a:xfrm>
          <a:prstGeom prst="rect">
            <a:avLst/>
          </a:prstGeom>
          <a:solidFill>
            <a:srgbClr val="00A758"/>
          </a:solidFill>
          <a:ln w="12697">
            <a:solidFill>
              <a:srgbClr val="00A75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55" y="3877056"/>
            <a:ext cx="329098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51844" y="3712464"/>
            <a:ext cx="1038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合规安全内置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151844" y="4069080"/>
            <a:ext cx="103848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内嵌监管合规检查机制，所有智能操作均经实时安全审计与双重风险控制，满足保险行业数据合规要求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66223" y="4663440"/>
            <a:ext cx="11253333" cy="868680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66223" y="4663440"/>
            <a:ext cx="68562" cy="868680"/>
          </a:xfrm>
          <a:prstGeom prst="rect">
            <a:avLst/>
          </a:prstGeom>
          <a:solidFill>
            <a:srgbClr val="024097"/>
          </a:solidFill>
          <a:ln w="12697">
            <a:solidFill>
              <a:srgbClr val="02409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85064" y="4864608"/>
            <a:ext cx="457081" cy="457200"/>
          </a:xfrm>
          <a:prstGeom prst="rect">
            <a:avLst/>
          </a:prstGeom>
          <a:solidFill>
            <a:srgbClr val="024097"/>
          </a:solidFill>
          <a:ln w="12697">
            <a:solidFill>
              <a:srgbClr val="024097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55" y="4928616"/>
            <a:ext cx="329098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51844" y="4764024"/>
            <a:ext cx="1038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持续学习与自我优化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151844" y="5120640"/>
            <a:ext cx="103848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从业务交互中持续积累领域知识，通过 RLHF 反馈闭环不断优化决策模型，随业务增长智能进化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223" y="475488"/>
            <a:ext cx="1125333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已验证业务价值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66223" y="1307592"/>
            <a:ext cx="11253333" cy="0"/>
          </a:xfrm>
          <a:prstGeom prst="line">
            <a:avLst/>
          </a:prstGeom>
          <a:noFill/>
          <a:ln w="12697">
            <a:solidFill>
              <a:srgbClr val="E5EB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055" y="1508760"/>
            <a:ext cx="3473815" cy="4434840"/>
          </a:xfrm>
          <a:prstGeom prst="rect">
            <a:avLst/>
          </a:prstGeom>
          <a:solidFill>
            <a:srgbClr val="E6F5ED"/>
          </a:solidFill>
          <a:ln w="12697">
            <a:solidFill>
              <a:srgbClr val="00A7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055" y="1508760"/>
            <a:ext cx="3473815" cy="82296"/>
          </a:xfrm>
          <a:prstGeom prst="rect">
            <a:avLst/>
          </a:prstGeom>
          <a:solidFill>
            <a:srgbClr val="00A758"/>
          </a:solidFill>
          <a:ln w="12697">
            <a:solidFill>
              <a:srgbClr val="00A7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1887" y="1691640"/>
            <a:ext cx="31081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7A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99.2%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31887" y="3191256"/>
            <a:ext cx="3108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核心交易准确率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1887" y="3721608"/>
            <a:ext cx="310815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企业级 SLA 全面保障，核保与理赔关键操作准确率达行业领先水平，错误率低于 0.8%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5981" y="1508760"/>
            <a:ext cx="3473815" cy="4434840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55981" y="1508760"/>
            <a:ext cx="3473815" cy="82296"/>
          </a:xfrm>
          <a:prstGeom prst="rect">
            <a:avLst/>
          </a:prstGeom>
          <a:solidFill>
            <a:srgbClr val="E5EBE7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8814" y="1691640"/>
            <a:ext cx="31081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A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538814" y="3191256"/>
            <a:ext cx="3108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人工处理成本降低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38814" y="3721608"/>
            <a:ext cx="310815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智能体承接高频重复性操作，释放一线员工专注高价值客户服务与复杂案件处理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2908" y="1508760"/>
            <a:ext cx="3473815" cy="4434840"/>
          </a:xfrm>
          <a:prstGeom prst="rect">
            <a:avLst/>
          </a:prstGeom>
          <a:solidFill>
            <a:srgbClr val="E8EDF6"/>
          </a:solidFill>
          <a:ln w="12697">
            <a:solidFill>
              <a:srgbClr val="02409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2908" y="1508760"/>
            <a:ext cx="3473815" cy="82296"/>
          </a:xfrm>
          <a:prstGeom prst="rect">
            <a:avLst/>
          </a:prstGeom>
          <a:solidFill>
            <a:srgbClr val="024097"/>
          </a:solidFill>
          <a:ln w="12697">
            <a:solidFill>
              <a:srgbClr val="0240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5740" y="1691640"/>
            <a:ext cx="31081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30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4.8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245740" y="3191256"/>
            <a:ext cx="3108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客户满意度评分（满分5）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45740" y="3721608"/>
            <a:ext cx="310815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基于超过10,000条真实用户反馈，智能响应的准确性与自然度获得客户广泛认可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223" y="475488"/>
            <a:ext cx="1125333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核心应用场景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66223" y="1307592"/>
            <a:ext cx="11253333" cy="0"/>
          </a:xfrm>
          <a:prstGeom prst="line">
            <a:avLst/>
          </a:prstGeom>
          <a:noFill/>
          <a:ln w="12697">
            <a:solidFill>
              <a:srgbClr val="E5EB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223" y="1508760"/>
            <a:ext cx="5484971" cy="4434840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223" y="1508760"/>
            <a:ext cx="5484971" cy="82296"/>
          </a:xfrm>
          <a:prstGeom prst="rect">
            <a:avLst/>
          </a:prstGeom>
          <a:solidFill>
            <a:srgbClr val="00A758"/>
          </a:solidFill>
          <a:ln w="12697">
            <a:solidFill>
              <a:srgbClr val="00A7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046" y="1691640"/>
            <a:ext cx="365665" cy="365760"/>
          </a:xfrm>
          <a:prstGeom prst="rect">
            <a:avLst/>
          </a:prstGeom>
          <a:solidFill>
            <a:srgbClr val="00A758"/>
          </a:solidFill>
          <a:ln w="12697">
            <a:solidFill>
              <a:srgbClr val="00A75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754" y="1737360"/>
            <a:ext cx="274249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127" y="1682496"/>
            <a:ext cx="4534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核保 · 理赔 · 运营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621" y="2304288"/>
            <a:ext cx="5046174" cy="350215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智能核保：风险评估与自动定价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OCR 自动识单：理赔材料解析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智能理赔审核：多维欺诈识别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合规文档批量审查与归档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内部报表自动化生成与分发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34584" y="1508760"/>
            <a:ext cx="5484971" cy="4434840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34584" y="1508760"/>
            <a:ext cx="5484971" cy="82296"/>
          </a:xfrm>
          <a:prstGeom prst="rect">
            <a:avLst/>
          </a:prstGeom>
          <a:solidFill>
            <a:srgbClr val="024097"/>
          </a:solidFill>
          <a:ln w="12697">
            <a:solidFill>
              <a:srgbClr val="02409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81408" y="1691640"/>
            <a:ext cx="365665" cy="365760"/>
          </a:xfrm>
          <a:prstGeom prst="rect">
            <a:avLst/>
          </a:prstGeom>
          <a:solidFill>
            <a:srgbClr val="024097"/>
          </a:solidFill>
          <a:ln w="12697">
            <a:solidFill>
              <a:srgbClr val="02409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116" y="1737360"/>
            <a:ext cx="274249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38489" y="1682496"/>
            <a:ext cx="4534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客服 · 营销 · 决策支持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453983" y="2304288"/>
            <a:ext cx="5046174" cy="350215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7×24智能客服：全渠道多轮对话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个性化产品推荐：精准触达客户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客户流失预警与智能挽留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销售话术实时辅助与合规提示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管理层实时业务洞察与预测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223" y="475488"/>
            <a:ext cx="1125333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三大智能体模块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66223" y="1307592"/>
            <a:ext cx="11253333" cy="0"/>
          </a:xfrm>
          <a:prstGeom prst="line">
            <a:avLst/>
          </a:prstGeom>
          <a:noFill/>
          <a:ln w="12697">
            <a:solidFill>
              <a:srgbClr val="E5EB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055" y="1508760"/>
            <a:ext cx="3473815" cy="4434840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454" y="1755648"/>
            <a:ext cx="511931" cy="512064"/>
          </a:xfrm>
          <a:prstGeom prst="rect">
            <a:avLst/>
          </a:prstGeom>
          <a:solidFill>
            <a:srgbClr val="00A758"/>
          </a:solidFill>
          <a:ln w="12697">
            <a:solidFill>
              <a:srgbClr val="00A75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587" y="1828800"/>
            <a:ext cx="365665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1887" y="2423160"/>
            <a:ext cx="310815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服务智能体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31887" y="2926080"/>
            <a:ext cx="310815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面向客户端的多轮对话机器人，处理咨询、投诉、理赔引导，支持微信/APP/400热线全渠道无缝接入，自然语言交互体验流畅自然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31887" y="5120640"/>
            <a:ext cx="3108150" cy="82296"/>
          </a:xfrm>
          <a:prstGeom prst="rect">
            <a:avLst/>
          </a:prstGeom>
          <a:solidFill>
            <a:srgbClr val="E5EBE7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1887" y="5120640"/>
            <a:ext cx="2641928" cy="82296"/>
          </a:xfrm>
          <a:prstGeom prst="rect">
            <a:avLst/>
          </a:prstGeom>
          <a:solidFill>
            <a:srgbClr val="00A758"/>
          </a:solidFill>
          <a:ln w="12697">
            <a:solidFill>
              <a:srgbClr val="00A75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1887" y="5248656"/>
            <a:ext cx="20842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9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业务部门参与意愿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16176" y="5248656"/>
            <a:ext cx="1206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A7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~85%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55981" y="1508760"/>
            <a:ext cx="3473815" cy="4434840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5380" y="1755648"/>
            <a:ext cx="511931" cy="512064"/>
          </a:xfrm>
          <a:prstGeom prst="rect">
            <a:avLst/>
          </a:prstGeom>
          <a:solidFill>
            <a:srgbClr val="024097"/>
          </a:solidFill>
          <a:ln w="12697">
            <a:solidFill>
              <a:srgbClr val="02409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513" y="1828800"/>
            <a:ext cx="365665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38814" y="2423160"/>
            <a:ext cx="310815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运营智能体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538814" y="2926080"/>
            <a:ext cx="310815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自动化核保、理赔、合规审核等高频内部流程，与核心系统深度集成，精准执行复杂规则，大幅减少人工介入与操作失误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38814" y="5120640"/>
            <a:ext cx="3108150" cy="82296"/>
          </a:xfrm>
          <a:prstGeom prst="rect">
            <a:avLst/>
          </a:prstGeom>
          <a:solidFill>
            <a:srgbClr val="E5EBE7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38814" y="5120640"/>
            <a:ext cx="2237868" cy="82296"/>
          </a:xfrm>
          <a:prstGeom prst="rect">
            <a:avLst/>
          </a:prstGeom>
          <a:solidFill>
            <a:srgbClr val="024097"/>
          </a:solidFill>
          <a:ln w="12697">
            <a:solidFill>
              <a:srgbClr val="02409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38814" y="5248656"/>
            <a:ext cx="20842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9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运营效能优先级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623103" y="5248656"/>
            <a:ext cx="1206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409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~72%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062908" y="1508760"/>
            <a:ext cx="3473815" cy="4434840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282307" y="1755648"/>
            <a:ext cx="511931" cy="512064"/>
          </a:xfrm>
          <a:prstGeom prst="rect">
            <a:avLst/>
          </a:prstGeom>
          <a:solidFill>
            <a:srgbClr val="0F1A13"/>
          </a:solidFill>
          <a:ln w="12697">
            <a:solidFill>
              <a:srgbClr val="0F1A13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440" y="1828800"/>
            <a:ext cx="365665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45740" y="2423160"/>
            <a:ext cx="310815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决策智能体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8245740" y="2926080"/>
            <a:ext cx="310815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为管理层实时提供业务洞察与预测分析，支持产品定价策略、市场风险预警及资源分配决策，将数据转化为行动洞见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245740" y="5120640"/>
            <a:ext cx="3108150" cy="82296"/>
          </a:xfrm>
          <a:prstGeom prst="rect">
            <a:avLst/>
          </a:prstGeom>
          <a:solidFill>
            <a:srgbClr val="E5EBE7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245740" y="5120640"/>
            <a:ext cx="2828417" cy="82296"/>
          </a:xfrm>
          <a:prstGeom prst="rect">
            <a:avLst/>
          </a:prstGeom>
          <a:solidFill>
            <a:srgbClr val="0F1A13"/>
          </a:solidFill>
          <a:ln w="12697">
            <a:solidFill>
              <a:srgbClr val="0F1A1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245740" y="5248656"/>
            <a:ext cx="20842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9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管理层决策满意度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10330029" y="5248656"/>
            <a:ext cx="1206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~91%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223" y="475488"/>
            <a:ext cx="1125333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四步落地路径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66223" y="1307592"/>
            <a:ext cx="11253333" cy="0"/>
          </a:xfrm>
          <a:prstGeom prst="line">
            <a:avLst/>
          </a:prstGeom>
          <a:noFill/>
          <a:ln w="12697">
            <a:solidFill>
              <a:srgbClr val="E5EB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223" y="1508760"/>
            <a:ext cx="5484971" cy="2116836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223" y="1508760"/>
            <a:ext cx="68562" cy="2116836"/>
          </a:xfrm>
          <a:prstGeom prst="rect">
            <a:avLst/>
          </a:prstGeom>
          <a:solidFill>
            <a:srgbClr val="00A758"/>
          </a:solidFill>
          <a:ln w="12697">
            <a:solidFill>
              <a:srgbClr val="00A7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338" y="1627632"/>
            <a:ext cx="85017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7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67338" y="2240280"/>
            <a:ext cx="51010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场景评估与需求对齐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7338" y="2642616"/>
            <a:ext cx="510102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深入调研业务痛点，识别高价值 AI 赋能场景，制定优先级矩阵与量化 ROI 预测模型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4584" y="1508760"/>
            <a:ext cx="5484971" cy="2116836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4584" y="1508760"/>
            <a:ext cx="68562" cy="2116836"/>
          </a:xfrm>
          <a:prstGeom prst="rect">
            <a:avLst/>
          </a:prstGeom>
          <a:solidFill>
            <a:srgbClr val="024097"/>
          </a:solidFill>
          <a:ln w="12697">
            <a:solidFill>
              <a:srgbClr val="0240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5700" y="1627632"/>
            <a:ext cx="85017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40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35700" y="2240280"/>
            <a:ext cx="51010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试点部署与效果验证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35700" y="2642616"/>
            <a:ext cx="510102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选取 1–2 个核心场景快速落地，4 周内完成 PoC，收集真实数据评估模型表现与业务价值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223" y="3826764"/>
            <a:ext cx="5484971" cy="2116836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223" y="3826764"/>
            <a:ext cx="68562" cy="2116836"/>
          </a:xfrm>
          <a:prstGeom prst="rect">
            <a:avLst/>
          </a:prstGeom>
          <a:solidFill>
            <a:srgbClr val="00A758"/>
          </a:solidFill>
          <a:ln w="12697">
            <a:solidFill>
              <a:srgbClr val="00A7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338" y="3945636"/>
            <a:ext cx="85017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7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7338" y="4558284"/>
            <a:ext cx="51010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全量上线与系统集成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7338" y="4960620"/>
            <a:ext cx="510102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与理赔、CRM、产品库等核心系统深度集成，完成全员培训与变更管理，平稳过渡上线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34584" y="3826764"/>
            <a:ext cx="5484971" cy="2116836"/>
          </a:xfrm>
          <a:prstGeom prst="rect">
            <a:avLst/>
          </a:prstGeom>
          <a:solidFill>
            <a:srgbClr val="F7FAF8"/>
          </a:solidFill>
          <a:ln w="12697">
            <a:solidFill>
              <a:srgbClr val="E5EB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4584" y="3826764"/>
            <a:ext cx="68562" cy="2116836"/>
          </a:xfrm>
          <a:prstGeom prst="rect">
            <a:avLst/>
          </a:prstGeom>
          <a:solidFill>
            <a:srgbClr val="024097"/>
          </a:solidFill>
          <a:ln w="12697">
            <a:solidFill>
              <a:srgbClr val="0240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5700" y="3945636"/>
            <a:ext cx="85017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40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35700" y="4558284"/>
            <a:ext cx="51010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1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持续迭代与价值深化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35700" y="4960620"/>
            <a:ext cx="510102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建立 AI 运营监控体系，定期评审优化，逐步扩展新场景，持续放大智能体业务价值</a:t>
            </a: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4_1*l_h_f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4"/>
  <p:tag name="KSO_WM_UNIT_TEXT_TYPE" val="1"/>
  <p:tag name="KSO_WM_UNIT_TEXT_LAYER_COUNT" val="1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USESOURCEFORMAT_APPLY" val="0"/>
</p:tagLst>
</file>

<file path=ppt/tags/tag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4_1*l_h_f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4"/>
  <p:tag name="KSO_WM_UNIT_TEXT_TYPE" val="1"/>
  <p:tag name="KSO_WM_UNIT_TEXT_LAYER_COUNT" val="1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USESOURCEFORMAT_APPLY" val="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4_1*l_h_i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64_1*l_h_i*1_2_2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64_1*a*1"/>
  <p:tag name="KSO_WM_TEMPLATE_CATEGORY" val="diagram"/>
  <p:tag name="KSO_WM_TEMPLATE_INDEX" val="20231964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4_1*l_h_i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6"/>
  <p:tag name="KSO_WM_UNIT_FILL_FORE_SCHEMECOLOR_INDEX_BRIGHTNESS" val="0"/>
  <p:tag name="KSO_WM_UNIT_USESOURCEFORMAT_APPLY" val="0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4_1*l_h_a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标题"/>
  <p:tag name="KSO_WM_UNIT_TEXT_FILL_FORE_SCHEMECOLOR_INDEX" val="1"/>
  <p:tag name="KSO_WM_UNIT_TEXT_FILL_TYPE" val="1"/>
  <p:tag name="KSO_WM_UNIT_USESOURCEFORMAT_APPLY" val="0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4_1*l_h_a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"/>
  <p:tag name="KSO_WM_UNIT_TEXT_TYPE" val="1"/>
  <p:tag name="KSO_WM_UNIT_PRESET_TEXT" val="此处添加标题"/>
  <p:tag name="KSO_WM_UNIT_TEXT_FILL_FORE_SCHEMECOLOR_INDEX" val="1"/>
  <p:tag name="KSO_WM_UNIT_TEXT_FILL_TYPE" val="1"/>
  <p:tag name="KSO_WM_UNIT_USESOURCEFORMAT_APPLY" val="0"/>
</p:tagLst>
</file>

<file path=ppt/tags/tag9.xml><?xml version="1.0" encoding="utf-8"?>
<p:tagLst xmlns:p="http://schemas.openxmlformats.org/presentationml/2006/main">
  <p:tag name="KSO_WM_SLIDE_ID" val="diagram20231964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754.575*294.246"/>
  <p:tag name="KSO_WM_SLIDE_POSITION" val="103.041*148.872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496"/>
  <p:tag name="KSO_WM_SLIDE_LAYOUT" val="a_l"/>
  <p:tag name="KSO_WM_SLIDE_LAYOUT_CNT" val="1_1"/>
  <p:tag name="KSO_WM_SPECIAL_SOURCE" val="bdnull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67_1*a*1"/>
  <p:tag name="KSO_WM_TEMPLATE_CATEGORY" val="diagram"/>
  <p:tag name="KSO_WM_TEMPLATE_INDEX" val="20231967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7_1*l_h_f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56"/>
  <p:tag name="KSO_WM_UNIT_TEXT_FILL_FORE_SCHEMECOLOR_INDEX" val="1"/>
  <p:tag name="KSO_WM_UNIT_TEXT_FILL_TYPE" val="1"/>
  <p:tag name="KSO_WM_UNIT_PRESET_TEXT" val="单击此处添加您的文本具体内容，简明扼要地阐述您的观点。根据需要可酌情增减文字，以便观者准确地理解您传达的思想。单击此处添加您的文本具体内容，简明扼要地阐述您的观点。根据需要可酌情增减文字，以便观者准确地理解您传达的思想。"/>
  <p:tag name="KSO_WM_UNIT_TEXT_TYPE" val="1"/>
  <p:tag name="KSO_WM_UNIT_USESOURCEFORMAT_APPLY" val="0"/>
</p:tagLst>
</file>

<file path=ppt/tags/tag1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7_1*l_h_a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5"/>
  <p:tag name="KSO_WM_UNIT_TEXT_FILL_FORE_SCHEMECOLOR_INDEX" val="1"/>
  <p:tag name="KSO_WM_UNIT_TEXT_FILL_TYPE" val="1"/>
  <p:tag name="KSO_WM_UNIT_PRESET_TEXT" val="单击此处添加标题"/>
  <p:tag name="KSO_WM_UNIT_TEXT_TYPE" val="1"/>
  <p:tag name="KSO_WM_UNIT_USESOURCEFORMAT_APPLY" val="0"/>
</p:tagLst>
</file>

<file path=ppt/tags/tag1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7_1*l_h_i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7_1*l_h_f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156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您的文本具体内容，简明扼要地阐述您的观点。根据需要可酌情增减文字，以便观者准确地理解您传达的思想。单击此处添加您的文本具体内容，简明扼要地阐述您的观点。根据需要可酌情增减文字，以便观者准确地理解您传达的思想。"/>
  <p:tag name="KSO_WM_UNIT_TEXT_TYPE" val="1"/>
  <p:tag name="KSO_WM_UNIT_USESOURCEFORMAT_APPLY" val="0"/>
</p:tagLst>
</file>

<file path=ppt/tags/tag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7_1*l_h_a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35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UNIT_USESOURCEFORMAT_APPLY" val="0"/>
</p:tagLst>
</file>

<file path=ppt/tags/tag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7_1*l_h_i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7.xml><?xml version="1.0" encoding="utf-8"?>
<p:tagLst xmlns:p="http://schemas.openxmlformats.org/presentationml/2006/main">
  <p:tag name="KSO_WM_SLIDE_ID" val="diagram20231967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779.562*366.899"/>
  <p:tag name="KSO_WM_SLIDE_POSITION" val="96.4147*125.951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496"/>
  <p:tag name="KSO_WM_SLIDE_LAYOUT" val="a_l"/>
  <p:tag name="KSO_WM_SLIDE_LAYOUT_CNT" val="1_1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729_1*a*1"/>
  <p:tag name="KSO_WM_TEMPLATE_CATEGORY" val="custom"/>
  <p:tag name="KSO_WM_TEMPLATE_INDEX" val="20231729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页面的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1729_1*i*1"/>
  <p:tag name="KSO_WM_TEMPLATE_CATEGORY" val="custom"/>
  <p:tag name="KSO_WM_TEMPLATE_INDEX" val="2023172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</p:tagLst>
</file>

<file path=ppt/tags/tag20.xml><?xml version="1.0" encoding="utf-8"?>
<p:tagLst xmlns:p="http://schemas.openxmlformats.org/presentationml/2006/main">
  <p:tag name="KSO_WM_UNIT_VALUE" val="1040*10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729_1*d*1"/>
  <p:tag name="KSO_WM_TEMPLATE_CATEGORY" val="custom"/>
  <p:tag name="KSO_WM_TEMPLATE_INDEX" val="20231729"/>
  <p:tag name="KSO_WM_UNIT_LAYERLEVEL" val="1"/>
  <p:tag name="KSO_WM_TAG_VERSION" val="3.0"/>
  <p:tag name="KSO_WM_BEAUTIFY_FLAG" val="#wm#"/>
  <p:tag name="KSO_WM_UNIT_PICTURE_SUBTYPE" val="b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0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545_2*l_i*1_1"/>
  <p:tag name="KSO_WM_TEMPLATE_CATEGORY" val="diagram"/>
  <p:tag name="KSO_WM_TEMPLATE_INDEX" val="20235545"/>
  <p:tag name="KSO_WM_UNIT_LAYERLEVEL" val="1_1"/>
  <p:tag name="KSO_WM_TAG_VERSION" val="3.0"/>
  <p:tag name="KSO_WM_BEAUTIFY_FLAG" val="#wm#"/>
  <p:tag name="KSO_WM_UNIT_TYPE" val="l_i"/>
  <p:tag name="KSO_WM_UNIT_INDEX" val="1_1"/>
  <p:tag name="KSO_WM_DIAGRAM_GROUP_CODE" val="l1-1"/>
  <p:tag name="KSO_WM_DIAGRAM_VERSION" val="3"/>
  <p:tag name="KSO_WM_DIAGRAM_COLOR_TRICK" val="1"/>
  <p:tag name="KSO_WM_DIAGRAM_COLOR_TEXT_CAN_REMOVE" val="n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solid&quot;:{&quot;brightness&quot;:0,&quot;colorType&quot;:2,&quot;rgb&quot;:&quot;#ffffff&quot;,&quot;transparency&quot;: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545_2*l_h_f*1_1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编辑添加正文，文字是您思想的提炼，为了最终演示发布的良好效果。根据需要可酌情增减文字，以便观者准确理解您所传达的信息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5545_2*l_h_a*1_1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5545_2*l_h_f*1_2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编辑添加正文，文字是您思想的提炼，为了最终演示发布的良好效果。根据需要可酌情增减文字，以便观者准确理解您所传达的信息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5545_2*l_h_a*1_2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5545_2*l_h_f*1_3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编辑添加正文，文字是您思想的提炼，为了最终演示发布的良好效果。根据需要可酌情增减文字，以便观者准确理解您所传达的信息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5545_2*l_h_a*1_3_1"/>
  <p:tag name="KSO_WM_TEMPLATE_CATEGORY" val="diagram"/>
  <p:tag name="KSO_WM_TEMPLATE_INDEX" val="2023554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8.xml><?xml version="1.0" encoding="utf-8"?>
<p:tagLst xmlns:p="http://schemas.openxmlformats.org/presentationml/2006/main">
  <p:tag name="KSO_WM_SLIDE_ID" val="custom20231729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diagram"/>
  <p:tag name="KSO_WM_TEMPLATE_INDEX" val="20231496"/>
  <p:tag name="KSO_WM_SLIDE_TYPE" val="text"/>
  <p:tag name="KSO_WM_SLIDE_SUBTYPE" val="picTxt"/>
  <p:tag name="KSO_WM_SLIDE_SIZE" val="552.195*360.15"/>
  <p:tag name="KSO_WM_SLIDE_POSITION" val="360.156*132.55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67_2*a*1"/>
  <p:tag name="KSO_WM_TEMPLATE_CATEGORY" val="diagram"/>
  <p:tag name="KSO_WM_TEMPLATE_INDEX" val="20231967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3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7_2*l_h_f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132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，根据需要可增减文字。"/>
  <p:tag name="KSO_WM_UNIT_TEXT_TYPE" val="1"/>
  <p:tag name="KSO_WM_UNIT_USESOURCEFORMAT_APPLY" val="0"/>
</p:tagLst>
</file>

<file path=ppt/tags/tag3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7_2*l_h_a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39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UNIT_USESOURCEFORMAT_APPLY" val="0"/>
</p:tagLst>
</file>

<file path=ppt/tags/tag3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7_2*l_h_i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3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7_2*l_h_f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132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，根据需要可增减文字。"/>
  <p:tag name="KSO_WM_UNIT_TEXT_TYPE" val="1"/>
  <p:tag name="KSO_WM_UNIT_USESOURCEFORMAT_APPLY" val="0"/>
</p:tagLst>
</file>

<file path=ppt/tags/tag3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7_2*l_h_a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39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UNIT_USESOURCEFORMAT_APPLY" val="0"/>
</p:tagLst>
</file>

<file path=ppt/tags/tag3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7_2*l_h_i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3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967_2*l_h_f*1_3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132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，根据需要可增减文字。"/>
  <p:tag name="KSO_WM_UNIT_TEXT_TYPE" val="1"/>
  <p:tag name="KSO_WM_UNIT_USESOURCEFORMAT_APPLY" val="0"/>
</p:tagLst>
</file>

<file path=ppt/tags/tag3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967_2*l_h_a*1_3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39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UNIT_USESOURCEFORMAT_APPLY" val="0"/>
</p:tagLst>
</file>

<file path=ppt/tags/tag3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67_2*l_h_i*1_3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72.13134765625,&quot;width&quot;:780.2114257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39.xml><?xml version="1.0" encoding="utf-8"?>
<p:tagLst xmlns:p="http://schemas.openxmlformats.org/presentationml/2006/main">
  <p:tag name="KSO_WM_SLIDE_ID" val="diagram20231967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SLIDE_SIZE" val="780.21*366.599"/>
  <p:tag name="KSO_WM_SLIDE_POSITION" val="102.261*125.201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496"/>
  <p:tag name="KSO_WM_SLIDE_LAYOUT" val="a_l"/>
  <p:tag name="KSO_WM_SLIDE_LAYOUT_CNT" val="1_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1496_2*l_i*1_1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gradient&quot;:[{&quot;brightness&quot;:0,&quot;colorType&quot;:1,&quot;foreColorIndex&quot;:5,&quot;pos&quot;:0.8500000238418579,&quot;transparency&quot;:1},{&quot;brightness&quot;:0,&quot;colorType&quot;:1,&quot;foreColorIndex&quot;:5,&quot;pos&quot;:0.15000000596046448,&quot;transparency&quot;:1},{&quot;brightness&quot;:0,&quot;colorType&quot;:1,&quot;foreColorIndex&quot;:5,&quot;pos&quot;:0.5099999904632568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31496_2*l_i*1_2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3"/>
  <p:tag name="KSO_WM_UNIT_ID" val="diagram20231496_2*l_i*1_3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14"/>
  <p:tag name="KSO_WM_UNIT_FILL_FORE_SCHEMECOLOR_INDEX_BRIGHTNESS" val="0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solid&quot;:{&quot;brightness&quot;:0,&quot;colorType&quot;:1,&quot;foreColorIndex&quot;:14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4"/>
  <p:tag name="KSO_WM_UNIT_ID" val="diagram20231496_2*l_i*1_4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gradient&quot;:[{&quot;brightness&quot;:0,&quot;colorType&quot;:1,&quot;foreColorIndex&quot;:5,&quot;pos&quot;:0.7400000095367432,&quot;transparency&quot;:0.15000000596046448},{&quot;brightness&quot;:0,&quot;colorType&quot;:1,&quot;foreColorIndex&quot;:5,&quot;pos&quot;:0.10000000149011612,&quot;transparency&quot;:0.6000000238418579}],&quot;type&quot;:3},&quot;glow&quot;:{&quot;colorType&quot;:0},&quot;line&quot;:{&quot;type&quot;:0},&quot;shadow&quot;:{&quot;brightness&quot;:-0.5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5"/>
  <p:tag name="KSO_WM_UNIT_ID" val="diagram20231496_2*l_i*1_5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,&quot;transparency&quot;:0.33000001311302185},{&quot;brightness&quot;:0.800000011920929,&quot;colorType&quot;:1,&quot;foreColorIndex&quot;:5,&quot;pos&quot;:1,&quot;transparency&quot;:0.4699999988079071}],&quot;type&quot;:2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SHADOW_SCHEMECOLOR_INDEX" val="5"/>
  <p:tag name="KSO_WM_UNIT_TEXT_FILL_FORE_SCHEMECOLOR_INDEX" val="5"/>
  <p:tag name="KSO_WM_UNIT_TEXT_FILL_TYPE" val="1"/>
  <p:tag name="KSO_WM_UNIT_USESOURCEFORMAT_APPLY" val="0"/>
</p:tagLst>
</file>

<file path=ppt/tags/tag45.xml><?xml version="1.0" encoding="utf-8"?>
<p:tagLst xmlns:p="http://schemas.openxmlformats.org/presentationml/2006/main">
  <p:tag name="KSO_WM_UNIT_VALUE" val="254*25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x"/>
  <p:tag name="KSO_WM_UNIT_INDEX" val="1_1"/>
  <p:tag name="KSO_WM_UNIT_ID" val="diagram20231496_2*l_x*1_1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6"/>
  <p:tag name="KSO_WM_UNIT_ID" val="diagram20231496_2*l_i*1_6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370000004768371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7"/>
  <p:tag name="KSO_WM_UNIT_ID" val="diagram20231496_2*l_i*1_7"/>
  <p:tag name="KSO_WM_TEMPLATE_CATEGORY" val="diagram"/>
  <p:tag name="KSO_WM_TEMPLATE_INDEX" val="20231496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4499999880790710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a*1"/>
  <p:tag name="KSO_WM_TEMPLATE_CATEGORY" val="diagram"/>
  <p:tag name="KSO_WM_TEMPLATE_INDEX" val="20231496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a"/>
  <p:tag name="KSO_WM_UNIT_INDEX" val="1"/>
  <p:tag name="KSO_WM_UNIT_VALUE" val="29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f*1_1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1_1"/>
  <p:tag name="KSO_WM_UNIT_VALUE" val="60"/>
  <p:tag name="KSO_WM_DIAGRAM_VERSION" val="3"/>
  <p:tag name="KSO_WM_DIAGRAM_COLOR_TRICK" val="1"/>
  <p:tag name="KSO_WM_DIAGRAM_COLOR_TEXT_CAN_REMOVE" val="n"/>
  <p:tag name="KSO_WM_UNIT_PRESET_TEXT" val="添加文本具体内容，可酌情增减文字，以便观者准确地理解您传达的思想添加文本具体内容，简明扼要地阐述观点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f*1_2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2_1"/>
  <p:tag name="KSO_WM_UNIT_VALUE" val="56"/>
  <p:tag name="KSO_WM_DIAGRAM_VERSION" val="3"/>
  <p:tag name="KSO_WM_DIAGRAM_COLOR_TRICK" val="1"/>
  <p:tag name="KSO_WM_DIAGRAM_COLOR_TEXT_CAN_REMOVE" val="n"/>
  <p:tag name="KSO_WM_UNIT_PRESET_TEXT" val="添加文本具体内容，可酌情增减文字，以便观者准确地理解您传达的思想。添加文本具体内容，简明扼要地阐述观点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f*1_3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3_1"/>
  <p:tag name="KSO_WM_UNIT_VALUE" val="60"/>
  <p:tag name="KSO_WM_DIAGRAM_VERSION" val="3"/>
  <p:tag name="KSO_WM_DIAGRAM_COLOR_TRICK" val="1"/>
  <p:tag name="KSO_WM_DIAGRAM_COLOR_TEXT_CAN_REMOVE" val="n"/>
  <p:tag name="KSO_WM_UNIT_PRESET_TEXT" val="添加文本具体内容，可酌情增减文字，以便观者准确地理解您传达的思想添加文本具体内容，简明扼要地阐述观点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i*1_1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5"/>
  <p:tag name="KSO_WM_UNIT_TEXT_FILL_TYPE" val="1"/>
  <p:tag name="KSO_WM_UNIT_USESOURCEFORMAT_APPLY" val="0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i*1_2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5"/>
  <p:tag name="KSO_WM_UNIT_TEXT_FILL_TYPE" val="1"/>
  <p:tag name="KSO_WM_UNIT_USESOURCEFORMAT_APPLY" val="0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i*1_3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type&quot;:0},&quot;glow&quot;:{&quot;colorType&quot;:0},&quot;line&quot;:{&quot;type&quot;:0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5"/>
  <p:tag name="KSO_WM_UNIT_TEXT_FILL_TYPE" val="1"/>
  <p:tag name="KSO_WM_UNIT_USESOURCEFORMAT_APPLY" val="0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a*1_1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6"/>
  <p:tag name="KSO_WM_DIAGRAM_GROUP_CODE" val="l1-1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UNIT_PRESET_TEXT" val="添加标题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solid&quot;:{&quot;brightness&quot;:0,&quot;colorType&quot;:1,&quot;foreColorIndex&quot;:14,&quot;transparency&quot;:0.800000011920929},&quot;type&quot;:1},&quot;glow&quot;:{&quot;colorType&quot;:0},&quot;line&quot;:{&quot;solidLine&quot;:{&quot;brightness&quot;:0,&quot;colorType&quot;:1,&quot;foreColorIndex&quot;:5,&quot;transparency&quot;:0.699999988079071},&quot;type&quot;:1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USESOURCEFORMAT_APPLY" val="0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a*1_2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2_1"/>
  <p:tag name="KSO_WM_UNIT_VALUE" val="6"/>
  <p:tag name="KSO_WM_DIAGRAM_VERSION" val="3"/>
  <p:tag name="KSO_WM_DIAGRAM_COLOR_TRICK" val="1"/>
  <p:tag name="KSO_WM_DIAGRAM_COLOR_TEXT_CAN_REMOVE" val="n"/>
  <p:tag name="KSO_WM_UNIT_PRESET_TEXT" val="添加标题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solid&quot;:{&quot;brightness&quot;:0,&quot;colorType&quot;:1,&quot;foreColorIndex&quot;:14,&quot;transparency&quot;:0.800000011920929},&quot;type&quot;:1},&quot;glow&quot;:{&quot;colorType&quot;:0},&quot;line&quot;:{&quot;solidLine&quot;:{&quot;brightness&quot;:0,&quot;colorType&quot;:1,&quot;foreColorIndex&quot;:5,&quot;transparency&quot;:0.699999988079071},&quot;type&quot;:1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USESOURCEFORMAT_APPLY" val="0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96_2*l_h_a*1_3_1"/>
  <p:tag name="KSO_WM_TEMPLATE_CATEGORY" val="diagram"/>
  <p:tag name="KSO_WM_TEMPLATE_INDEX" val="20231496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3_1"/>
  <p:tag name="KSO_WM_UNIT_VALUE" val="6"/>
  <p:tag name="KSO_WM_DIAGRAM_VERSION" val="3"/>
  <p:tag name="KSO_WM_DIAGRAM_COLOR_TRICK" val="1"/>
  <p:tag name="KSO_WM_DIAGRAM_COLOR_TEXT_CAN_REMOVE" val="n"/>
  <p:tag name="KSO_WM_UNIT_PRESET_TEXT" val="添加标题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22.29998779296875,&quot;width&quot;:851.5499877929688}"/>
  <p:tag name="KSO_WM_DIAGRAM_COLOR_MATCH_VALUE" val="{&quot;shape&quot;:{&quot;fill&quot;:{&quot;solid&quot;:{&quot;brightness&quot;:0,&quot;colorType&quot;:1,&quot;foreColorIndex&quot;:14,&quot;transparency&quot;:0.800000011920929},&quot;type&quot;:1},&quot;glow&quot;:{&quot;colorType&quot;:0},&quot;line&quot;:{&quot;solidLine&quot;:{&quot;brightness&quot;:0,&quot;colorType&quot;:1,&quot;foreColorIndex&quot;:5,&quot;transparency&quot;:0.699999988079071},&quot;type&quot;:1},&quot;shadow&quot;:{&quot;brightness&quot;:-0.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USESOURCEFORMAT_APPLY" val="0"/>
</p:tagLst>
</file>

<file path=ppt/tags/tag58.xml><?xml version="1.0" encoding="utf-8"?>
<p:tagLst xmlns:p="http://schemas.openxmlformats.org/presentationml/2006/main">
  <p:tag name="KSO_WM_SLIDE_ID" val="diagram20231496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1496"/>
  <p:tag name="KSO_WM_DIAGRAM_GROUP_CODE" val="l1-1"/>
  <p:tag name="KSO_WM_SLIDE_DIAGTYPE" val="l"/>
  <p:tag name="KSO_WM_SLIDE_LAYOUT" val="a_l"/>
  <p:tag name="KSO_WM_SLIDE_LAYOUT_CNT" val="1_1"/>
  <p:tag name="KSO_WM_SLIDE_TYPE" val="text"/>
  <p:tag name="KSO_WM_SLIDE_SUBTYPE" val="diag"/>
  <p:tag name="KSO_WM_SLIDE_SIZE" val="850.5*322.3"/>
  <p:tag name="KSO_WM_SLIDE_POSITION" val="54.8*145.55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4_3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3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4_4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4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2_3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3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2_4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4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3_3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3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3_4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4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1_3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3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1_4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4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976_2*a*1"/>
  <p:tag name="KSO_WM_TEMPLATE_CATEGORY" val="diagram"/>
  <p:tag name="KSO_WM_TEMPLATE_INDEX" val="20231976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976_2*l_h_a*1_1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6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976_2*l_h_f*1_1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提炼，为了最终演示发布的良好效果，可酌情增减你的文字。"/>
  <p:tag name="KSO_WM_UNIT_TEXT_FILL_FORE_SCHEMECOLOR_INDEX" val="1"/>
  <p:tag name="KSO_WM_UNIT_TEXT_FILL_TYPE" val="1"/>
  <p:tag name="KSO_WM_UNIT_USESOURCEFORMAT_APPLY" val="0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1_2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1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TEXT_FILL_FORE_SCHEMECOLOR_INDEX" val="2"/>
  <p:tag name="KSO_WM_UNIT_TEXT_FILL_TYPE" val="1"/>
  <p:tag name="KSO_WM_UNIT_USESOURCEFORMAT_APPLY" val="0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976_2*l_h_a*1_3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7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976_2*l_h_f*1_3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提炼，为了最终演示发布的良好效果，根据需要可酌情增减你的文字。"/>
  <p:tag name="KSO_WM_UNIT_TEXT_FILL_FORE_SCHEMECOLOR_INDEX" val="1"/>
  <p:tag name="KSO_WM_UNIT_TEXT_FILL_TYPE" val="1"/>
  <p:tag name="KSO_WM_UNIT_USESOURCEFORMAT_APPLY" val="0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3_2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2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3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TEXT_FILL_FORE_SCHEMECOLOR_INDEX" val="2"/>
  <p:tag name="KSO_WM_UNIT_TEXT_FILL_TYPE" val="1"/>
  <p:tag name="KSO_WM_UNIT_USESOURCEFORMAT_APPLY" val="0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976_2*l_h_a*1_2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7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976_2*l_h_f*1_2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提炼，为了最终演示发布的良好效果，根据需要可酌情增减你的文字。"/>
  <p:tag name="KSO_WM_UNIT_TEXT_FILL_FORE_SCHEMECOLOR_INDEX" val="1"/>
  <p:tag name="KSO_WM_UNIT_TEXT_FILL_TYPE" val="1"/>
  <p:tag name="KSO_WM_UNIT_USESOURCEFORMAT_APPLY" val="0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2_2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2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TEXT_FILL_FORE_SCHEMECOLOR_INDEX" val="2"/>
  <p:tag name="KSO_WM_UNIT_TEXT_FILL_TYPE" val="1"/>
  <p:tag name="KSO_WM_UNIT_USESOURCEFORMAT_APPLY" val="0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976_2*l_h_a*1_4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8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976_2*l_h_f*1_4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输入你的正文具体内容，文字是您思想的提炼，为了最终演示发布的良好效果，可酌情增减你的文字。"/>
  <p:tag name="KSO_WM_UNIT_TEXT_FILL_FORE_SCHEMECOLOR_INDEX" val="1"/>
  <p:tag name="KSO_WM_UNIT_TEXT_FILL_TYPE" val="1"/>
  <p:tag name="KSO_WM_UNIT_USESOURCEFORMAT_APPLY" val="0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4_2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2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76_2*l_h_i*1_4_1"/>
  <p:tag name="KSO_WM_TEMPLATE_CATEGORY" val="diagram"/>
  <p:tag name="KSO_WM_TEMPLATE_INDEX" val="202319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1"/>
  <p:tag name="KSO_WM_DIAGRAM_MAX_ITEMCNT" val="6"/>
  <p:tag name="KSO_WM_DIAGRAM_MIN_ITEMCNT" val="3"/>
  <p:tag name="KSO_WM_DIAGRAM_VIRTUALLY_FRAME" val="{&quot;height&quot;:408.1515021665077,&quot;left&quot;:53.72515748031501,&quot;top&quot;:89.48779527559056,&quot;width&quot;:851.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TEXT_FILL_FORE_SCHEMECOLOR_INDEX" val="2"/>
  <p:tag name="KSO_WM_UNIT_TEXT_FILL_TYPE" val="1"/>
  <p:tag name="KSO_WM_UNIT_USESOURCEFORMAT_APPLY" val="0"/>
</p:tagLst>
</file>

<file path=ppt/tags/tag84.xml><?xml version="1.0" encoding="utf-8"?>
<p:tagLst xmlns:p="http://schemas.openxmlformats.org/presentationml/2006/main">
  <p:tag name="KSO_WM_SLIDE_ID" val="diagram20231976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diagram"/>
  <p:tag name="KSO_WM_TEMPLATE_INDEX" val="20231496"/>
  <p:tag name="KSO_WM_SLIDE_TYPE" val="text"/>
  <p:tag name="KSO_WM_SLIDE_SUBTYPE" val="diag"/>
  <p:tag name="KSO_WM_SLIDE_SIZE" val="851.15*372.85"/>
  <p:tag name="KSO_WM_SLIDE_POSITION" val="53.9*124.7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99_4*a*1"/>
  <p:tag name="KSO_WM_TEMPLATE_CATEGORY" val="diagram"/>
  <p:tag name="KSO_WM_TEMPLATE_INDEX" val="20233199"/>
  <p:tag name="KSO_WM_UNIT_LAYERLEVEL" val="1"/>
  <p:tag name="KSO_WM_TAG_VERSION" val="3.0"/>
  <p:tag name="KSO_WM_BEAUTIFY_FLAG" val="#wm#"/>
  <p:tag name="KSO_WM_DIAGRAM_GROUP_CODE" val="m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2_3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2_3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8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3199_4*m_h_f*1_1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项正文，文字是思想的提炼，请言简意赅的阐述观点。单击此处输入项正文，文字是思想的提炼，请尽量言简意赅的阐述观点单击此处输入项正文。"/>
  <p:tag name="KSO_WM_UNIT_TEXT_FILL_FORE_SCHEMECOLOR_INDEX" val="1"/>
  <p:tag name="KSO_WM_UNIT_TEXT_FILL_TYPE" val="1"/>
  <p:tag name="KSO_WM_UNIT_USESOURCEFORMAT_APPLY" val="0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3199_4*m_h_a*1_1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1_2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1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1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1_1"/>
  <p:tag name="KSO_WM_TEMPLATE_CATEGORY" val="diagram"/>
  <p:tag name="KSO_WM_TEMPLATE_INDEX" val="20233199"/>
  <p:tag name="KSO_WM_UNIT_LAYERLEVEL" val="1_1_1"/>
  <p:tag name="KSO_WM_TAG_VERSION" val="3.0"/>
  <p:tag name="KSO_WM_UNIT_VALUE" val="93*98"/>
  <p:tag name="KSO_WM_UNIT_TYPE" val="m_h_x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UNIT_FILL_TYPE" val="1"/>
  <p:tag name="KSO_WM_UNIT_USESOURCEFORMAT_APPLY" val="0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2_2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2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2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3_2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3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3_1"/>
  <p:tag name="KSO_WM_TEMPLATE_CATEGORY" val="diagram"/>
  <p:tag name="KSO_WM_TEMPLATE_INDEX" val="20233199"/>
  <p:tag name="KSO_WM_UNIT_LAYERLEVEL" val="1_1_1"/>
  <p:tag name="KSO_WM_TAG_VERSION" val="3.0"/>
  <p:tag name="KSO_WM_UNIT_VALUE" val="94*108"/>
  <p:tag name="KSO_WM_UNIT_TYPE" val="m_h_x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UNIT_FILL_TYPE" val="1"/>
  <p:tag name="KSO_WM_UNIT_USESOURCEFORMAT_APPLY" val="0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3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4_1"/>
  <p:tag name="KSO_WM_TEMPLATE_CATEGORY" val="diagram"/>
  <p:tag name="KSO_WM_TEMPLATE_INDEX" val="20233199"/>
  <p:tag name="KSO_WM_UNIT_LAYERLEVEL" val="1_1_1"/>
  <p:tag name="KSO_WM_TAG_VERSION" val="3.0"/>
  <p:tag name="KSO_WM_UNIT_VALUE" val="97*97"/>
  <p:tag name="KSO_WM_UNIT_TYPE" val="m_h_x"/>
  <p:tag name="KSO_WM_UNIT_INDEX" val="1_4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UNIT_FILL_TYPE" val="1"/>
  <p:tag name="KSO_WM_UNIT_USESOURCEFORMAT_APPLY" val="0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4_2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4_2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4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4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10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3199_4*m_h_f*1_5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项正文，文字是思想的提炼，请言简意赅的阐述观点。单击此处输入项正文，文字是思想的提炼，请尽量言简意赅的阐述观点单击此处输入项正文。"/>
  <p:tag name="KSO_WM_UNIT_TEXT_FILL_FORE_SCHEMECOLOR_INDEX" val="1"/>
  <p:tag name="KSO_WM_UNIT_TEXT_FILL_TYPE" val="1"/>
  <p:tag name="KSO_WM_UNIT_USESOURCEFORMAT_APPLY" val="0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3199_4*m_h_a*1_4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10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3199_4*m_h_f*1_4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项正文，文字是思想的提炼，请言简意赅的阐述观点。单击此处输入项正文，文字是思想的提炼，请尽量言简意赅的阐述观点。单击输入项正文。"/>
  <p:tag name="KSO_WM_UNIT_TEXT_FILL_FORE_SCHEMECOLOR_INDEX" val="1"/>
  <p:tag name="KSO_WM_UNIT_TEXT_FILL_TYPE" val="1"/>
  <p:tag name="KSO_WM_UNIT_USESOURCEFORMAT_APPLY" val="0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3199_4*m_h_a*1_3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10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3199_4*m_h_f*1_2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项正文，文字是思想的提炼，请言简意赅的阐述观点。单击此处输入项正文，文字是思想的提炼，请尽量言简意赅的阐述观点。单击输入项正文。"/>
  <p:tag name="KSO_WM_UNIT_TEXT_FILL_FORE_SCHEMECOLOR_INDEX" val="1"/>
  <p:tag name="KSO_WM_UNIT_TEXT_FILL_TYPE" val="1"/>
  <p:tag name="KSO_WM_UNIT_USESOURCEFORMAT_APPLY" val="0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3199_4*m_h_a*1_2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106.xml><?xml version="1.0" encoding="utf-8"?>
<p:tagLst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UNIT_FILL_FORE_SCHEMECOLOR_INDEX" val="14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NDEX" val="1_5_2"/>
  <p:tag name="KSO_WM_UNIT_FILL_FORE_SCHEMECOLOR_INDEX_BRIGHTNESS" val="0"/>
  <p:tag name="KSO_WM_UNIT_FILL_TYPE" val="1"/>
  <p:tag name="KSO_WM_DIAGRAM_VIRTUALLY_FRAME" val="{&quot;height&quot;:388,&quot;width&quot;:850.64990234375}"/>
  <p:tag name="KSO_WM_DIAGRAM_MAX_ITEMCNT" val="5"/>
  <p:tag name="KSO_WM_DIAGRAM_COLOR_TRICK" val="1"/>
  <p:tag name="KSO_WM_DIAGRAM_GROUP_CODE" val="m1-1"/>
  <p:tag name="KSO_WM_UNIT_TYPE" val="m_h_i"/>
  <p:tag name="KSO_WM_TAG_VERSION" val="3.0"/>
  <p:tag name="KSO_WM_TEMPLATE_INDEX" val="20233199"/>
  <p:tag name="KSO_WM_UNIT_ID" val="diagram20233199_4*m_h_i*1_5_2"/>
  <p:tag name="KSO_WM_UNIT_DIAGRAM_ISNUMVISUAL" val="0"/>
  <p:tag name="KSO_WM_UNIT_HIGHLIGHT" val="0"/>
  <p:tag name="KSO_WM_BEAUTIFY_FLAG" val="#wm#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5_1"/>
  <p:tag name="KSO_WM_TEMPLATE_CATEGORY" val="diagram"/>
  <p:tag name="KSO_WM_TEMPLATE_INDEX" val="20233199"/>
  <p:tag name="KSO_WM_UNIT_LAYERLEVEL" val="1_1_1"/>
  <p:tag name="KSO_WM_TAG_VERSION" val="3.0"/>
  <p:tag name="KSO_WM_UNIT_SUBTYPE" val="d"/>
  <p:tag name="KSO_WM_UNIT_TYPE" val="m_h_i"/>
  <p:tag name="KSO_WM_UNIT_INDEX" val="1_5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BEAUTIFY_FLAG" val="#wm#"/>
  <p:tag name="KSO_WM_UNIT_LINE_FORE_SCHEMECOLOR_INDEX" val="13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10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3199_4*m_h_f*1_3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项正文，文字是思想的提炼，请言简意赅的阐述观点。单击此处输入项正文，文字是思想的提炼，请尽量言简意赅的阐述观点单击此处输入项正文。"/>
  <p:tag name="KSO_WM_UNIT_TEXT_FILL_FORE_SCHEMECOLOR_INDEX" val="1"/>
  <p:tag name="KSO_WM_UNIT_TEXT_FILL_TYPE" val="1"/>
  <p:tag name="KSO_WM_UNIT_USESOURCEFORMAT_APPLY" val="0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3199_4*m_h_a*1_5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5_1"/>
  <p:tag name="KSO_WM_TEMPLATE_CATEGORY" val="diagram"/>
  <p:tag name="KSO_WM_TEMPLATE_INDEX" val="20233199"/>
  <p:tag name="KSO_WM_UNIT_LAYERLEVEL" val="1_1_1"/>
  <p:tag name="KSO_WM_TAG_VERSION" val="3.0"/>
  <p:tag name="KSO_WM_UNIT_VALUE" val="98*98"/>
  <p:tag name="KSO_WM_UNIT_TYPE" val="m_h_x"/>
  <p:tag name="KSO_WM_UNIT_INDEX" val="1_5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UNIT_FILL_TYPE" val="1"/>
  <p:tag name="KSO_WM_UNIT_USESOURCEFORMAT_APPLY" val="0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x*1_2_1"/>
  <p:tag name="KSO_WM_TEMPLATE_CATEGORY" val="diagram"/>
  <p:tag name="KSO_WM_TEMPLATE_INDEX" val="20233199"/>
  <p:tag name="KSO_WM_UNIT_LAYERLEVEL" val="1_1_1"/>
  <p:tag name="KSO_WM_TAG_VERSION" val="3.0"/>
  <p:tag name="KSO_WM_UNIT_VALUE" val="107*108"/>
  <p:tag name="KSO_WM_UNIT_TYPE" val="m_h_x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FORE_SCHEMECOLOR_INDEX" val="5"/>
  <p:tag name="KSO_WM_UNIT_FILL_TYPE" val="1"/>
  <p:tag name="KSO_WM_UNIT_USESOURCEFORMAT_APPLY" val="0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3_3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3_3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4_3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4_3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99_4*m_h_i*1_5_3"/>
  <p:tag name="KSO_WM_TEMPLATE_CATEGORY" val="diagram"/>
  <p:tag name="KSO_WM_TEMPLATE_INDEX" val="20233199"/>
  <p:tag name="KSO_WM_UNIT_LAYERLEVEL" val="1_1_1"/>
  <p:tag name="KSO_WM_TAG_VERSION" val="3.0"/>
  <p:tag name="KSO_WM_UNIT_TYPE" val="m_h_i"/>
  <p:tag name="KSO_WM_UNIT_INDEX" val="1_5_3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,&quot;width&quot;:850.64990234375}"/>
  <p:tag name="KSO_WM_DIAGRAM_COLOR_MATCH_VALUE" val="{&quot;shape&quot;:{&quot;fill&quot;:{&quot;type&quot;:0},&quot;glow&quot;:{&quot;colorType&quot;:0},&quot;line&quot;:{&quot;solidLine&quot;:{&quot;brightness&quot;:0.15000000596046448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115.xml><?xml version="1.0" encoding="utf-8"?>
<p:tagLst xmlns:p="http://schemas.openxmlformats.org/presentationml/2006/main">
  <p:tag name="KSO_WM_SLIDE_ID" val="diagram2023319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496"/>
  <p:tag name="KSO_WM_SLIDE_TYPE" val="text"/>
  <p:tag name="KSO_WM_SLIDE_SUBTYPE" val="diag"/>
  <p:tag name="KSO_WM_SLIDE_SIZE" val="850.602*352.416"/>
  <p:tag name="KSO_WM_SLIDE_POSITION" val="54.8*138.464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457_4*a*1"/>
  <p:tag name="KSO_WM_TEMPLATE_CATEGORY" val="diagram"/>
  <p:tag name="KSO_WM_TEMPLATE_INDEX" val="20231457"/>
  <p:tag name="KSO_WM_UNIT_LAYERLEVEL" val="1"/>
  <p:tag name="KSO_WM_TAG_VERSION" val="3.0"/>
  <p:tag name="KSO_WM_BEAUTIFY_FLAG" val="#wm#"/>
  <p:tag name="KSO_WM_DIAGRAM_GROUP_CODE" val="m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1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1457_4*m_h_i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1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2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1457_4*m_h_i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2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3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1457_4*m_h_i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3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4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4_1"/>
  <p:tag name="KSO_WM_UNIT_ID" val="diagram20231457_4*m_h_i*1_4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4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5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5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5_1"/>
  <p:tag name="KSO_WM_UNIT_ID" val="diagram20231457_4*m_h_i*1_5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5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5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6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6_2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0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6_1"/>
  <p:tag name="KSO_WM_UNIT_ID" val="diagram20231457_4*m_h_i*1_6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6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6_3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USESOURCEFORMAT_APPLY" val="0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2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3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4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5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5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4*m_h_i*1_6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6_4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1457_4*m_h_f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1457_4*m_h_a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1457_4*m_h_f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1457_4*m_h_a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1457_4*m_h_f*1_5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1457_4*m_h_a*1_5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457_4*m_h_f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1457_4*m_h_a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1457_4*m_h_f*1_4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1457_4*m_h_a*1_4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6_1"/>
  <p:tag name="KSO_WM_UNIT_ID" val="diagram20231457_4*m_h_f*1_6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正文，文字是您思想的提炼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6_1"/>
  <p:tag name="KSO_WM_UNIT_ID" val="diagram20231457_4*m_h_a*1_6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52.xml><?xml version="1.0" encoding="utf-8"?>
<p:tagLst xmlns:p="http://schemas.openxmlformats.org/presentationml/2006/main">
  <p:tag name="KSO_WM_SLIDE_ID" val="diagram20231457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1496"/>
  <p:tag name="KSO_WM_SLIDE_TYPE" val="text"/>
  <p:tag name="KSO_WM_SLIDE_SUBTYPE" val="diag"/>
  <p:tag name="KSO_WM_SLIDE_SIZE" val="849.65*387.648"/>
  <p:tag name="KSO_WM_SLIDE_POSITION" val="55.2999*123.352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28_4*a*1"/>
  <p:tag name="KSO_WM_TEMPLATE_CATEGORY" val="diagram"/>
  <p:tag name="KSO_WM_TEMPLATE_INDEX" val="20236928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m1-1"/>
  <p:tag name="KSO_WM_UNIT_TYPE" val="a"/>
  <p:tag name="KSO_WM_UNIT_INDEX" val="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54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i*1_1"/>
  <p:tag name="KSO_WM_TEMPLATE_CATEGORY" val="diagram"/>
  <p:tag name="KSO_WM_TEMPLATE_INDEX" val="20236928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155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i*1_2"/>
  <p:tag name="KSO_WM_TEMPLATE_CATEGORY" val="diagram"/>
  <p:tag name="KSO_WM_TEMPLATE_INDEX" val="20236928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4"/>
  <p:tag name="KSO_WM_DIAGRAM_MAX_ITEMCNT" val="8"/>
  <p:tag name="KSO_WM_DIAGRAM_MIN_ITEMCNT" val="4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156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1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57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1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58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1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1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59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1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1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60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3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61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3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62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3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3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63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3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3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64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5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5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65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5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5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66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5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5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67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5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5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68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2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69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2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70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2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2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71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2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2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72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4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4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73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4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4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74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4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4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75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4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4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76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6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6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77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6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6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78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6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6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79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6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6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80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7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7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81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7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7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82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f*1_7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UNIT_VALUE" val="33"/>
  <p:tag name="KSO_WM_DIAGRAM_GROUP_CODE" val="m1-1"/>
  <p:tag name="KSO_WM_UNIT_TYPE" val="m_h_f"/>
  <p:tag name="KSO_WM_UNIT_INDEX" val="1_7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83.xml><?xml version="1.0" encoding="utf-8"?>
<p:tagLst xmlns:p="http://schemas.openxmlformats.org/presentationml/2006/main">
  <p:tag name="KSO_WM_DIAGRAM_VIRTUALLY_FRAME" val="{&quot;height&quot;:263.7856750488281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4*m_h_i*1_7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7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84.xml><?xml version="1.0" encoding="utf-8"?>
<p:tagLst xmlns:p="http://schemas.openxmlformats.org/presentationml/2006/main">
  <p:tag name="KSO_WM_SLIDE_ID" val="diagram20236928_4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7"/>
  <p:tag name="KSO_WM_SLIDE_INDEX" val="4"/>
  <p:tag name="KSO_WM_SLIDE_SIZE" val="790.377*263.492"/>
  <p:tag name="KSO_WM_SLIDE_POSITION" val="90.7774*186.05"/>
  <p:tag name="KSO_WM_TAG_VERSION" val="3.0"/>
  <p:tag name="KSO_WM_BEAUTIFY_FLAG" val="#wm#"/>
  <p:tag name="KSO_WM_TEMPLATE_CATEGORY" val="diagram"/>
  <p:tag name="KSO_WM_TEMPLATE_INDEX" val="20231496"/>
  <p:tag name="KSO_WM_DIAGRAM_GROUP_CODE" val="m1-1"/>
  <p:tag name="KSO_WM_SLIDE_DIAGTYPE" val="m"/>
  <p:tag name="KSO_WM_SLIDE_LAYOUT" val="a_m"/>
  <p:tag name="KSO_WM_SLIDE_LAYOUT_CNT" val="1_1"/>
</p:tagLst>
</file>

<file path=ppt/tags/tag185.xml><?xml version="1.0" encoding="utf-8"?>
<p:tagLst xmlns:p="http://schemas.openxmlformats.org/presentationml/2006/main">
  <p:tag name="COUNT" val="2"/>
  <p:tag name="SN" val="HIDDEN"/>
</p:tagLst>
</file>

<file path=ppt/theme/theme1.xml><?xml version="1.0" encoding="utf-8"?>
<a:theme xmlns:a="http://schemas.openxmlformats.org/drawingml/2006/main" name="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Manulife layouts">
  <a:themeElements>
    <a:clrScheme name="自定义 1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0000C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680" indent="-233680" algn="l">
          <a:spcBef>
            <a:spcPts val="600"/>
          </a:spcBef>
          <a:buFont typeface="Arial" panose="020B0604020202090204" pitchFamily="34" charset="0"/>
          <a:buChar char="•"/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New Brand Final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FF7769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6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New Brand Final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FF7769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6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2119</Words>
  <Application>WPS 演示</Application>
  <PresentationFormat>自定义</PresentationFormat>
  <Paragraphs>227</Paragraphs>
  <Slides>12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12</vt:i4>
      </vt:variant>
    </vt:vector>
  </HeadingPairs>
  <TitlesOfParts>
    <vt:vector size="44" baseType="lpstr">
      <vt:lpstr>Arial</vt:lpstr>
      <vt:lpstr>宋体</vt:lpstr>
      <vt:lpstr>Wingdings</vt:lpstr>
      <vt:lpstr>Manulife JH Sans</vt:lpstr>
      <vt:lpstr>苹方-简</vt:lpstr>
      <vt:lpstr>Noto Sans CJK SC Regular</vt:lpstr>
      <vt:lpstr>Noto Sans CJK SC Light</vt:lpstr>
      <vt:lpstr>Manulife JH Sans Light</vt:lpstr>
      <vt:lpstr>Noto Sans CJK SC</vt:lpstr>
      <vt:lpstr>思源黑体 CN Regular</vt:lpstr>
      <vt:lpstr>微软雅黑</vt:lpstr>
      <vt:lpstr>汉仪旗黑</vt:lpstr>
      <vt:lpstr>OPPOSans M</vt:lpstr>
      <vt:lpstr>宋体</vt:lpstr>
      <vt:lpstr>Arial Unicode MS</vt:lpstr>
      <vt:lpstr>黑体</vt:lpstr>
      <vt:lpstr>汉仪中黑KW</vt:lpstr>
      <vt:lpstr>汉仪书宋二KW</vt:lpstr>
      <vt:lpstr>Noto Sans CJK SC</vt:lpstr>
      <vt:lpstr>Noto Sans CJK SC Regular</vt:lpstr>
      <vt:lpstr>OPPOSans M</vt:lpstr>
      <vt:lpstr>微软雅黑</vt:lpstr>
      <vt:lpstr>思源黑体 CN Regular</vt:lpstr>
      <vt:lpstr>Manulife layouts</vt:lpstr>
      <vt:lpstr>1_Manulife layouts</vt:lpstr>
      <vt:lpstr>2_Manulife layouts</vt:lpstr>
      <vt:lpstr>3_Manulife layouts</vt:lpstr>
      <vt:lpstr>4_Manulife layouts</vt:lpstr>
      <vt:lpstr>5_Manulife layouts</vt:lpstr>
      <vt:lpstr>6_Manulife layouts</vt:lpstr>
      <vt:lpstr>7_Manulife layouts</vt:lpstr>
      <vt:lpstr>8_Manulife layouts</vt:lpstr>
      <vt:lpstr>{{标题}}</vt:lpstr>
      <vt:lpstr>PowerPoint 演示文稿</vt:lpstr>
      <vt:lpstr>单击此处添加标题</vt:lpstr>
      <vt:lpstr>单击此处添加标题</vt:lpstr>
      <vt:lpstr>单击此处添加页面的标题</vt:lpstr>
      <vt:lpstr>单击此处添加标题</vt:lpstr>
      <vt:lpstr>单击此处添加标题</vt:lpstr>
      <vt:lpstr>单击此处添加标题</vt:lpstr>
      <vt:lpstr>单击此处添加标题</vt:lpstr>
      <vt:lpstr>单击此处添加标题</vt:lpstr>
      <vt:lpstr>单击此处添加标题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helen</cp:lastModifiedBy>
  <cp:revision>1337</cp:revision>
  <dcterms:created xsi:type="dcterms:W3CDTF">2026-05-15T06:36:40Z</dcterms:created>
  <dcterms:modified xsi:type="dcterms:W3CDTF">2026-05-15T06:36:40Z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8295A5120CA423738CA4E16523BA05D2_43</vt:lpwstr>
  </property>
  <property fmtid="{D5CDD505-2E9C-101B-9397-08002B2CF9AE}" pid="3" name="KSOProductBuildVer">
    <vt:lpwstr>2052-12.1.25869.25869</vt:lpwstr>
  </property>
</Properties>
</file>