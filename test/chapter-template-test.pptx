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3"/>
    <p:sldMasterId id="2147483696" r:id="rId4"/>
    <p:sldMasterId id="2147483720" r:id="rId5"/>
    <p:sldMasterId id="2147483744" r:id="rId6"/>
    <p:sldMasterId id="2147483768" r:id="rId7"/>
    <p:sldMasterId id="2147483792" r:id="rId8"/>
    <p:sldMasterId id="2147483816" r:id="rId9"/>
    <p:sldMasterId id="2147483840" r:id="rId10"/>
  </p:sldMasterIdLst>
  <p:notesMasterIdLst>
    <p:notesMasterId r:id="rId15"/>
  </p:notesMasterIdLst>
  <p:handoutMasterIdLst>
    <p:handoutMasterId r:id="rId24"/>
  </p:handoutMasterIdLst>
  <p:sldIdLst>
    <p:sldId id="350" r:id="rId11"/>
    <p:sldId id="16670143" r:id="rId29"/>
    <p:sldId id="16670144" r:id="rId30"/>
    <p:sldId id="270" r:id="rId23"/>
  </p:sldIdLst>
  <p:sldSz cx="12188825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81" userDrawn="1">
          <p15:clr>
            <a:srgbClr val="A4A3A4"/>
          </p15:clr>
        </p15:guide>
        <p15:guide id="2" orient="horz" pos="748" userDrawn="1">
          <p15:clr>
            <a:srgbClr val="A4A3A4"/>
          </p15:clr>
        </p15:guide>
        <p15:guide id="3" orient="horz" pos="3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" initials="AP021" lastIdx="0" clrIdx="0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6E"/>
    <a:srgbClr val="FFFFFF"/>
    <a:srgbClr val="00A758"/>
    <a:srgbClr val="38A669"/>
    <a:srgbClr val="00E075"/>
    <a:srgbClr val="70D39D"/>
    <a:srgbClr val="0000C1"/>
    <a:srgbClr val="E5E5FF"/>
    <a:srgbClr val="D9FFCD"/>
    <a:srgbClr val="9BF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2398" autoAdjust="0"/>
  </p:normalViewPr>
  <p:slideViewPr>
    <p:cSldViewPr snapToGrid="0" snapToObjects="1" showGuides="1">
      <p:cViewPr>
        <p:scale>
          <a:sx n="50" d="100"/>
          <a:sy n="50" d="100"/>
        </p:scale>
        <p:origin x="1176" y="328"/>
      </p:cViewPr>
      <p:guideLst>
        <p:guide pos="4881"/>
        <p:guide orient="horz" pos="748"/>
        <p:guide orient="horz" pos="3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852" y="96"/>
      </p:cViewPr>
      <p:guideLst>
        <p:guide orient="horz" pos="2589"/>
        <p:guide pos="431"/>
        <p:guide pos="390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commentAuthors" Target="commentAuthors.xml"/><Relationship Id="rId29" Type="http://schemas.openxmlformats.org/officeDocument/2006/relationships/slide" Target="slides/slide13.xml"/><Relationship Id="rId30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5FD6-6E8E-4481-9C29-1B483B424A57}" type="slidenum">
              <a:rPr sz="1400"/>
            </a:fld>
            <a:endParaRPr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319088"/>
            <a:ext cx="5761037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513" y="3718559"/>
            <a:ext cx="5764213" cy="49580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noProof="0"/>
              <a:t>Click to edit Master text styles</a:t>
            </a:r>
            <a:endParaRPr lang="en-CA" noProof="0"/>
          </a:p>
          <a:p>
            <a:pPr lvl="1"/>
            <a:r>
              <a:rPr lang="en-CA" noProof="0"/>
              <a:t>Second level</a:t>
            </a:r>
            <a:endParaRPr lang="en-CA" noProof="0"/>
          </a:p>
          <a:p>
            <a:pPr lvl="2"/>
            <a:r>
              <a:rPr lang="en-CA" noProof="0"/>
              <a:t>Third level</a:t>
            </a:r>
            <a:endParaRPr lang="en-CA" noProof="0"/>
          </a:p>
          <a:p>
            <a:pPr lvl="3"/>
            <a:r>
              <a:rPr lang="en-CA" noProof="0"/>
              <a:t>Fourth level</a:t>
            </a:r>
            <a:endParaRPr lang="en-CA" noProof="0"/>
          </a:p>
          <a:p>
            <a:pPr lvl="4"/>
            <a:r>
              <a:rPr lang="en-CA" noProof="0"/>
              <a:t>Fifth level</a:t>
            </a:r>
            <a:endParaRPr lang="en-CA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74993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3314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1699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6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2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6.xml"/><Relationship Id="rId15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1.xml"/><Relationship Id="rId20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13.xml"/><Relationship Id="rId22" Type="http://schemas.openxmlformats.org/officeDocument/2006/relationships/slideLayout" Target="../slideLayouts/slideLayout114.xml"/><Relationship Id="rId23" Type="http://schemas.openxmlformats.org/officeDocument/2006/relationships/slideLayout" Target="../slideLayouts/slideLayout115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0.xml"/><Relationship Id="rId16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4.xml"/><Relationship Id="rId20" Type="http://schemas.openxmlformats.org/officeDocument/2006/relationships/slideLayout" Target="../slideLayouts/slideLayout135.xml"/><Relationship Id="rId21" Type="http://schemas.openxmlformats.org/officeDocument/2006/relationships/slideLayout" Target="../slideLayouts/slideLayout136.xml"/><Relationship Id="rId22" Type="http://schemas.openxmlformats.org/officeDocument/2006/relationships/slideLayout" Target="../slideLayouts/slideLayout137.xml"/><Relationship Id="rId23" Type="http://schemas.openxmlformats.org/officeDocument/2006/relationships/slideLayout" Target="../slideLayouts/slideLayout138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55.xml"/><Relationship Id="rId18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57.xml"/><Relationship Id="rId20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60.xml"/><Relationship Id="rId23" Type="http://schemas.openxmlformats.org/officeDocument/2006/relationships/slideLayout" Target="../slideLayouts/slideLayout161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3.xml"/><Relationship Id="rId13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76.xml"/><Relationship Id="rId16" Type="http://schemas.openxmlformats.org/officeDocument/2006/relationships/slideLayout" Target="../slideLayouts/slideLayout177.xml"/><Relationship Id="rId17" Type="http://schemas.openxmlformats.org/officeDocument/2006/relationships/slideLayout" Target="../slideLayouts/slideLayout178.xml"/><Relationship Id="rId18" Type="http://schemas.openxmlformats.org/officeDocument/2006/relationships/slideLayout" Target="../slideLayouts/slideLayout179.xml"/><Relationship Id="rId19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1.xml"/><Relationship Id="rId21" Type="http://schemas.openxmlformats.org/officeDocument/2006/relationships/slideLayout" Target="../slideLayouts/slideLayout182.xml"/><Relationship Id="rId22" Type="http://schemas.openxmlformats.org/officeDocument/2006/relationships/slideLayout" Target="../slideLayouts/slideLayout183.xml"/><Relationship Id="rId23" Type="http://schemas.openxmlformats.org/officeDocument/2006/relationships/slideLayout" Target="../slideLayouts/slideLayout184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3.xml"/><Relationship Id="rId10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198.xml"/><Relationship Id="rId15" Type="http://schemas.openxmlformats.org/officeDocument/2006/relationships/slideLayout" Target="../slideLayouts/slideLayout199.xml"/><Relationship Id="rId16" Type="http://schemas.openxmlformats.org/officeDocument/2006/relationships/slideLayout" Target="../slideLayouts/slideLayout200.xml"/><Relationship Id="rId17" Type="http://schemas.openxmlformats.org/officeDocument/2006/relationships/slideLayout" Target="../slideLayouts/slideLayout201.xml"/><Relationship Id="rId18" Type="http://schemas.openxmlformats.org/officeDocument/2006/relationships/slideLayout" Target="../slideLayouts/slideLayout202.xml"/><Relationship Id="rId19" Type="http://schemas.openxmlformats.org/officeDocument/2006/relationships/slideLayout" Target="../slideLayouts/slideLayout203.xml"/><Relationship Id="rId20" Type="http://schemas.openxmlformats.org/officeDocument/2006/relationships/slideLayout" Target="../slideLayouts/slideLayout204.xml"/><Relationship Id="rId21" Type="http://schemas.openxmlformats.org/officeDocument/2006/relationships/slideLayout" Target="../slideLayouts/slideLayout205.xml"/><Relationship Id="rId22" Type="http://schemas.openxmlformats.org/officeDocument/2006/relationships/slideLayout" Target="../slideLayouts/slideLayout206.xml"/><Relationship Id="rId23" Type="http://schemas.openxmlformats.org/officeDocument/2006/relationships/slideLayout" Target="../slideLayouts/slideLayout207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slideLayout" Target="../slideLayouts/slideLayout20.xml"/><Relationship Id="rId10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image" Target="../media/image9.jpeg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tags" Target="../tags/tag28.xml"/><Relationship Id="rId13" Type="http://schemas.openxmlformats.org/officeDocument/2006/relationships/slideLayout" Target="../slideLayouts/slideLayout20.xml"/><Relationship Id="rId1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tags" Target="../tags/tag37.xml"/><Relationship Id="rId10" Type="http://schemas.openxmlformats.org/officeDocument/2006/relationships/tags" Target="../tags/tag38.xml"/><Relationship Id="rId11" Type="http://schemas.openxmlformats.org/officeDocument/2006/relationships/tags" Target="../tags/tag39.xml"/><Relationship Id="rId12" Type="http://schemas.openxmlformats.org/officeDocument/2006/relationships/slideLayout" Target="../slideLayouts/slideLayout20.xml"/><Relationship Id="rId1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tags" Target="../tags/tag46.xml"/><Relationship Id="rId10" Type="http://schemas.openxmlformats.org/officeDocument/2006/relationships/tags" Target="../tags/tag47.xml"/><Relationship Id="rId11" Type="http://schemas.openxmlformats.org/officeDocument/2006/relationships/tags" Target="../tags/tag48.xml"/><Relationship Id="rId12" Type="http://schemas.openxmlformats.org/officeDocument/2006/relationships/tags" Target="../tags/tag49.xml"/><Relationship Id="rId13" Type="http://schemas.openxmlformats.org/officeDocument/2006/relationships/tags" Target="../tags/tag50.xml"/><Relationship Id="rId14" Type="http://schemas.openxmlformats.org/officeDocument/2006/relationships/tags" Target="../tags/tag51.xml"/><Relationship Id="rId15" Type="http://schemas.openxmlformats.org/officeDocument/2006/relationships/tags" Target="../tags/tag52.xml"/><Relationship Id="rId16" Type="http://schemas.openxmlformats.org/officeDocument/2006/relationships/tags" Target="../tags/tag53.xml"/><Relationship Id="rId17" Type="http://schemas.openxmlformats.org/officeDocument/2006/relationships/tags" Target="../tags/tag54.xml"/><Relationship Id="rId18" Type="http://schemas.openxmlformats.org/officeDocument/2006/relationships/tags" Target="../tags/tag55.xml"/><Relationship Id="rId19" Type="http://schemas.openxmlformats.org/officeDocument/2006/relationships/tags" Target="../tags/tag56.xml"/><Relationship Id="rId20" Type="http://schemas.openxmlformats.org/officeDocument/2006/relationships/tags" Target="../tags/tag57.xml"/><Relationship Id="rId21" Type="http://schemas.openxmlformats.org/officeDocument/2006/relationships/tags" Target="../tags/tag58.xml"/><Relationship Id="rId22" Type="http://schemas.openxmlformats.org/officeDocument/2006/relationships/slideLayout" Target="../slideLayouts/slideLayout20.xml"/><Relationship Id="rId2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Relationship Id="rId7" Type="http://schemas.openxmlformats.org/officeDocument/2006/relationships/tags" Target="../tags/tag65.xml"/><Relationship Id="rId8" Type="http://schemas.openxmlformats.org/officeDocument/2006/relationships/tags" Target="../tags/tag66.xml"/><Relationship Id="rId9" Type="http://schemas.openxmlformats.org/officeDocument/2006/relationships/tags" Target="../tags/tag67.xml"/><Relationship Id="rId10" Type="http://schemas.openxmlformats.org/officeDocument/2006/relationships/tags" Target="../tags/tag68.xml"/><Relationship Id="rId11" Type="http://schemas.openxmlformats.org/officeDocument/2006/relationships/tags" Target="../tags/tag69.xml"/><Relationship Id="rId12" Type="http://schemas.openxmlformats.org/officeDocument/2006/relationships/tags" Target="../tags/tag70.xml"/><Relationship Id="rId13" Type="http://schemas.openxmlformats.org/officeDocument/2006/relationships/tags" Target="../tags/tag71.xml"/><Relationship Id="rId14" Type="http://schemas.openxmlformats.org/officeDocument/2006/relationships/tags" Target="../tags/tag72.xml"/><Relationship Id="rId15" Type="http://schemas.openxmlformats.org/officeDocument/2006/relationships/tags" Target="../tags/tag73.xml"/><Relationship Id="rId16" Type="http://schemas.openxmlformats.org/officeDocument/2006/relationships/tags" Target="../tags/tag74.xml"/><Relationship Id="rId17" Type="http://schemas.openxmlformats.org/officeDocument/2006/relationships/tags" Target="../tags/tag75.xml"/><Relationship Id="rId18" Type="http://schemas.openxmlformats.org/officeDocument/2006/relationships/tags" Target="../tags/tag76.xml"/><Relationship Id="rId19" Type="http://schemas.openxmlformats.org/officeDocument/2006/relationships/tags" Target="../tags/tag77.xml"/><Relationship Id="rId20" Type="http://schemas.openxmlformats.org/officeDocument/2006/relationships/tags" Target="../tags/tag78.xml"/><Relationship Id="rId21" Type="http://schemas.openxmlformats.org/officeDocument/2006/relationships/tags" Target="../tags/tag79.xml"/><Relationship Id="rId22" Type="http://schemas.openxmlformats.org/officeDocument/2006/relationships/tags" Target="../tags/tag80.xml"/><Relationship Id="rId23" Type="http://schemas.openxmlformats.org/officeDocument/2006/relationships/tags" Target="../tags/tag81.xml"/><Relationship Id="rId24" Type="http://schemas.openxmlformats.org/officeDocument/2006/relationships/tags" Target="../tags/tag82.xml"/><Relationship Id="rId25" Type="http://schemas.openxmlformats.org/officeDocument/2006/relationships/tags" Target="../tags/tag83.xml"/><Relationship Id="rId26" Type="http://schemas.openxmlformats.org/officeDocument/2006/relationships/tags" Target="../tags/tag84.xml"/><Relationship Id="rId27" Type="http://schemas.openxmlformats.org/officeDocument/2006/relationships/slideLayout" Target="../slideLayouts/slideLayout20.xml"/><Relationship Id="rId28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tags" Target="../tags/tag96.xml"/><Relationship Id="rId17" Type="http://schemas.openxmlformats.org/officeDocument/2006/relationships/tags" Target="../tags/tag97.xml"/><Relationship Id="rId18" Type="http://schemas.openxmlformats.org/officeDocument/2006/relationships/image" Target="../media/image16.png"/><Relationship Id="rId19" Type="http://schemas.openxmlformats.org/officeDocument/2006/relationships/image" Target="../media/image17.svg"/><Relationship Id="rId20" Type="http://schemas.openxmlformats.org/officeDocument/2006/relationships/tags" Target="../tags/tag98.xml"/><Relationship Id="rId21" Type="http://schemas.openxmlformats.org/officeDocument/2006/relationships/tags" Target="../tags/tag99.xml"/><Relationship Id="rId22" Type="http://schemas.openxmlformats.org/officeDocument/2006/relationships/tags" Target="../tags/tag100.xml"/><Relationship Id="rId23" Type="http://schemas.openxmlformats.org/officeDocument/2006/relationships/tags" Target="../tags/tag101.xml"/><Relationship Id="rId24" Type="http://schemas.openxmlformats.org/officeDocument/2006/relationships/tags" Target="../tags/tag102.xml"/><Relationship Id="rId25" Type="http://schemas.openxmlformats.org/officeDocument/2006/relationships/tags" Target="../tags/tag103.xml"/><Relationship Id="rId26" Type="http://schemas.openxmlformats.org/officeDocument/2006/relationships/tags" Target="../tags/tag104.xml"/><Relationship Id="rId27" Type="http://schemas.openxmlformats.org/officeDocument/2006/relationships/tags" Target="../tags/tag105.xml"/><Relationship Id="rId28" Type="http://schemas.openxmlformats.org/officeDocument/2006/relationships/tags" Target="../tags/tag106.xml"/><Relationship Id="rId29" Type="http://schemas.openxmlformats.org/officeDocument/2006/relationships/tags" Target="../tags/tag107.xml"/><Relationship Id="rId30" Type="http://schemas.openxmlformats.org/officeDocument/2006/relationships/tags" Target="../tags/tag108.xml"/><Relationship Id="rId31" Type="http://schemas.openxmlformats.org/officeDocument/2006/relationships/tags" Target="../tags/tag109.xml"/><Relationship Id="rId32" Type="http://schemas.openxmlformats.org/officeDocument/2006/relationships/tags" Target="../tags/tag110.xml"/><Relationship Id="rId33" Type="http://schemas.openxmlformats.org/officeDocument/2006/relationships/image" Target="../media/image18.png"/><Relationship Id="rId34" Type="http://schemas.openxmlformats.org/officeDocument/2006/relationships/image" Target="../media/image19.svg"/><Relationship Id="rId35" Type="http://schemas.openxmlformats.org/officeDocument/2006/relationships/tags" Target="../tags/tag111.xml"/><Relationship Id="rId36" Type="http://schemas.openxmlformats.org/officeDocument/2006/relationships/image" Target="../media/image20.png"/><Relationship Id="rId37" Type="http://schemas.openxmlformats.org/officeDocument/2006/relationships/image" Target="../media/image21.svg"/><Relationship Id="rId38" Type="http://schemas.openxmlformats.org/officeDocument/2006/relationships/tags" Target="../tags/tag112.xml"/><Relationship Id="rId39" Type="http://schemas.openxmlformats.org/officeDocument/2006/relationships/tags" Target="../tags/tag113.xml"/><Relationship Id="rId40" Type="http://schemas.openxmlformats.org/officeDocument/2006/relationships/tags" Target="../tags/tag114.xml"/><Relationship Id="rId41" Type="http://schemas.openxmlformats.org/officeDocument/2006/relationships/tags" Target="../tags/tag115.xml"/><Relationship Id="rId42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tags" Target="../tags/tag124.xml"/><Relationship Id="rId10" Type="http://schemas.openxmlformats.org/officeDocument/2006/relationships/tags" Target="../tags/tag125.xml"/><Relationship Id="rId11" Type="http://schemas.openxmlformats.org/officeDocument/2006/relationships/tags" Target="../tags/tag126.xml"/><Relationship Id="rId12" Type="http://schemas.openxmlformats.org/officeDocument/2006/relationships/tags" Target="../tags/tag127.xml"/><Relationship Id="rId13" Type="http://schemas.openxmlformats.org/officeDocument/2006/relationships/tags" Target="../tags/tag128.xml"/><Relationship Id="rId14" Type="http://schemas.openxmlformats.org/officeDocument/2006/relationships/tags" Target="../tags/tag129.xml"/><Relationship Id="rId15" Type="http://schemas.openxmlformats.org/officeDocument/2006/relationships/tags" Target="../tags/tag130.xml"/><Relationship Id="rId16" Type="http://schemas.openxmlformats.org/officeDocument/2006/relationships/tags" Target="../tags/tag131.xml"/><Relationship Id="rId17" Type="http://schemas.openxmlformats.org/officeDocument/2006/relationships/tags" Target="../tags/tag132.xml"/><Relationship Id="rId18" Type="http://schemas.openxmlformats.org/officeDocument/2006/relationships/tags" Target="../tags/tag133.xml"/><Relationship Id="rId19" Type="http://schemas.openxmlformats.org/officeDocument/2006/relationships/tags" Target="../tags/tag134.xml"/><Relationship Id="rId20" Type="http://schemas.openxmlformats.org/officeDocument/2006/relationships/tags" Target="../tags/tag135.xml"/><Relationship Id="rId21" Type="http://schemas.openxmlformats.org/officeDocument/2006/relationships/tags" Target="../tags/tag136.xml"/><Relationship Id="rId22" Type="http://schemas.openxmlformats.org/officeDocument/2006/relationships/tags" Target="../tags/tag137.xml"/><Relationship Id="rId23" Type="http://schemas.openxmlformats.org/officeDocument/2006/relationships/tags" Target="../tags/tag138.xml"/><Relationship Id="rId24" Type="http://schemas.openxmlformats.org/officeDocument/2006/relationships/tags" Target="../tags/tag139.xml"/><Relationship Id="rId25" Type="http://schemas.openxmlformats.org/officeDocument/2006/relationships/tags" Target="../tags/tag140.xml"/><Relationship Id="rId26" Type="http://schemas.openxmlformats.org/officeDocument/2006/relationships/tags" Target="../tags/tag141.xml"/><Relationship Id="rId27" Type="http://schemas.openxmlformats.org/officeDocument/2006/relationships/tags" Target="../tags/tag142.xml"/><Relationship Id="rId28" Type="http://schemas.openxmlformats.org/officeDocument/2006/relationships/tags" Target="../tags/tag143.xml"/><Relationship Id="rId29" Type="http://schemas.openxmlformats.org/officeDocument/2006/relationships/tags" Target="../tags/tag144.xml"/><Relationship Id="rId30" Type="http://schemas.openxmlformats.org/officeDocument/2006/relationships/tags" Target="../tags/tag145.xml"/><Relationship Id="rId31" Type="http://schemas.openxmlformats.org/officeDocument/2006/relationships/tags" Target="../tags/tag146.xml"/><Relationship Id="rId32" Type="http://schemas.openxmlformats.org/officeDocument/2006/relationships/tags" Target="../tags/tag147.xml"/><Relationship Id="rId33" Type="http://schemas.openxmlformats.org/officeDocument/2006/relationships/tags" Target="../tags/tag148.xml"/><Relationship Id="rId34" Type="http://schemas.openxmlformats.org/officeDocument/2006/relationships/tags" Target="../tags/tag149.xml"/><Relationship Id="rId35" Type="http://schemas.openxmlformats.org/officeDocument/2006/relationships/tags" Target="../tags/tag150.xml"/><Relationship Id="rId36" Type="http://schemas.openxmlformats.org/officeDocument/2006/relationships/tags" Target="../tags/tag151.xml"/><Relationship Id="rId37" Type="http://schemas.openxmlformats.org/officeDocument/2006/relationships/tags" Target="../tags/tag152.xml"/><Relationship Id="rId38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tags" Target="../tags/tag167.xml"/><Relationship Id="rId16" Type="http://schemas.openxmlformats.org/officeDocument/2006/relationships/tags" Target="../tags/tag168.xml"/><Relationship Id="rId17" Type="http://schemas.openxmlformats.org/officeDocument/2006/relationships/tags" Target="../tags/tag169.xml"/><Relationship Id="rId18" Type="http://schemas.openxmlformats.org/officeDocument/2006/relationships/tags" Target="../tags/tag170.xml"/><Relationship Id="rId19" Type="http://schemas.openxmlformats.org/officeDocument/2006/relationships/tags" Target="../tags/tag171.xml"/><Relationship Id="rId20" Type="http://schemas.openxmlformats.org/officeDocument/2006/relationships/tags" Target="../tags/tag172.xml"/><Relationship Id="rId21" Type="http://schemas.openxmlformats.org/officeDocument/2006/relationships/tags" Target="../tags/tag173.xml"/><Relationship Id="rId22" Type="http://schemas.openxmlformats.org/officeDocument/2006/relationships/tags" Target="../tags/tag174.xml"/><Relationship Id="rId23" Type="http://schemas.openxmlformats.org/officeDocument/2006/relationships/tags" Target="../tags/tag175.xml"/><Relationship Id="rId24" Type="http://schemas.openxmlformats.org/officeDocument/2006/relationships/tags" Target="../tags/tag176.xml"/><Relationship Id="rId25" Type="http://schemas.openxmlformats.org/officeDocument/2006/relationships/tags" Target="../tags/tag177.xml"/><Relationship Id="rId26" Type="http://schemas.openxmlformats.org/officeDocument/2006/relationships/tags" Target="../tags/tag178.xml"/><Relationship Id="rId27" Type="http://schemas.openxmlformats.org/officeDocument/2006/relationships/tags" Target="../tags/tag179.xml"/><Relationship Id="rId28" Type="http://schemas.openxmlformats.org/officeDocument/2006/relationships/tags" Target="../tags/tag180.xml"/><Relationship Id="rId29" Type="http://schemas.openxmlformats.org/officeDocument/2006/relationships/tags" Target="../tags/tag181.xml"/><Relationship Id="rId30" Type="http://schemas.openxmlformats.org/officeDocument/2006/relationships/tags" Target="../tags/tag182.xml"/><Relationship Id="rId31" Type="http://schemas.openxmlformats.org/officeDocument/2006/relationships/tags" Target="../tags/tag183.xml"/><Relationship Id="rId32" Type="http://schemas.openxmlformats.org/officeDocument/2006/relationships/tags" Target="../tags/tag184.xml"/><Relationship Id="rId33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5614" y="2373807"/>
            <a:ext cx="7321060" cy="1217150"/>
          </a:xfrm>
        </p:spPr>
        <p:txBody>
          <a:bodyPr>
            <a:normAutofit/>
          </a:bodyPr>
          <a:lstStyle/>
          <a:p>
            <a:r>
              <a:rPr lang="en-US" sz="3600" dirty="0"/>
              <a:t>章节页模板替换测试</a:t>
            </a:r>
            <a:endParaRPr 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CA" dirty="0" smtClean="0"/>
              <a:t>2026年5月</a:t>
            </a:r>
            <a:endParaRPr lang="en-US" altLang="en-CA" dirty="0" smtClean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验证 divider 使用模板第 2 页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308278" y="3713739"/>
            <a:ext cx="4173672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698526" y="3713739"/>
            <a:ext cx="4190361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Oval 11"/>
          <p:cNvSpPr/>
          <p:nvPr>
            <p:custDataLst>
              <p:tags r:id="rId3"/>
            </p:custDataLst>
          </p:nvPr>
        </p:nvSpPr>
        <p:spPr>
          <a:xfrm>
            <a:off x="3000440" y="1891070"/>
            <a:ext cx="789347" cy="7893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094413" y="3161557"/>
            <a:ext cx="0" cy="2411372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标题 3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Oval 11"/>
          <p:cNvSpPr/>
          <p:nvPr>
            <p:custDataLst>
              <p:tags r:id="rId6"/>
            </p:custDataLst>
          </p:nvPr>
        </p:nvSpPr>
        <p:spPr>
          <a:xfrm>
            <a:off x="8399034" y="1891070"/>
            <a:ext cx="789347" cy="7893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08278" y="3050952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706872" y="3030324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124344" y="2002527"/>
            <a:ext cx="8997657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23899" y="153362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224763" y="160005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123709" y="4469494"/>
            <a:ext cx="8997656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123284" y="400058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224148" y="406702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单击此处添加页面的标题</a:t>
            </a:r>
            <a:endParaRPr lang="zh-CN" altLang="en-US"/>
          </a:p>
        </p:txBody>
      </p:sp>
      <p:sp>
        <p:nvSpPr>
          <p:cNvPr id="29" name="图形 4"/>
          <p:cNvSpPr/>
          <p:nvPr>
            <p:custDataLst>
              <p:tags r:id="rId2"/>
            </p:custDataLst>
          </p:nvPr>
        </p:nvSpPr>
        <p:spPr>
          <a:xfrm rot="2040000">
            <a:off x="728790" y="5334139"/>
            <a:ext cx="592936" cy="592936"/>
          </a:xfrm>
          <a:custGeom>
            <a:avLst/>
            <a:gdLst>
              <a:gd name="connsiteX0" fmla="*/ 1707279 w 2419736"/>
              <a:gd name="connsiteY0" fmla="*/ 2415271 h 2415774"/>
              <a:gd name="connsiteX1" fmla="*/ 1211026 w 2419736"/>
              <a:gd name="connsiteY1" fmla="*/ 2314020 h 2415774"/>
              <a:gd name="connsiteX2" fmla="*/ 714012 w 2419736"/>
              <a:gd name="connsiteY2" fmla="*/ 2062465 h 2415774"/>
              <a:gd name="connsiteX3" fmla="*/ 245096 w 2419736"/>
              <a:gd name="connsiteY3" fmla="*/ 1701372 h 2415774"/>
              <a:gd name="connsiteX4" fmla="*/ 25449 w 2419736"/>
              <a:gd name="connsiteY4" fmla="*/ 1348947 h 2415774"/>
              <a:gd name="connsiteX5" fmla="*/ 53167 w 2419736"/>
              <a:gd name="connsiteY5" fmla="*/ 929180 h 2415774"/>
              <a:gd name="connsiteX6" fmla="*/ 346442 w 2419736"/>
              <a:gd name="connsiteY6" fmla="*/ 547513 h 2415774"/>
              <a:gd name="connsiteX7" fmla="*/ 1005477 w 2419736"/>
              <a:gd name="connsiteY7" fmla="*/ 147463 h 2415774"/>
              <a:gd name="connsiteX8" fmla="*/ 1411051 w 2419736"/>
              <a:gd name="connsiteY8" fmla="*/ 24972 h 2415774"/>
              <a:gd name="connsiteX9" fmla="*/ 1777859 w 2419736"/>
              <a:gd name="connsiteY9" fmla="*/ 9922 h 2415774"/>
              <a:gd name="connsiteX10" fmla="*/ 2035796 w 2419736"/>
              <a:gd name="connsiteY10" fmla="*/ 117174 h 2415774"/>
              <a:gd name="connsiteX11" fmla="*/ 2214866 w 2419736"/>
              <a:gd name="connsiteY11" fmla="*/ 344631 h 2415774"/>
              <a:gd name="connsiteX12" fmla="*/ 2389174 w 2419736"/>
              <a:gd name="connsiteY12" fmla="*/ 903177 h 2415774"/>
              <a:gd name="connsiteX13" fmla="*/ 2419558 w 2419736"/>
              <a:gd name="connsiteY13" fmla="*/ 1289511 h 2415774"/>
              <a:gd name="connsiteX14" fmla="*/ 2381458 w 2419736"/>
              <a:gd name="connsiteY14" fmla="*/ 1702801 h 2415774"/>
              <a:gd name="connsiteX15" fmla="*/ 2284684 w 2419736"/>
              <a:gd name="connsiteY15" fmla="*/ 2011411 h 2415774"/>
              <a:gd name="connsiteX16" fmla="*/ 1914352 w 2419736"/>
              <a:gd name="connsiteY16" fmla="*/ 2374980 h 2415774"/>
              <a:gd name="connsiteX17" fmla="*/ 1707279 w 2419736"/>
              <a:gd name="connsiteY17" fmla="*/ 2415271 h 24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19736" h="2415774">
                <a:moveTo>
                  <a:pt x="1707279" y="2415271"/>
                </a:moveTo>
                <a:cubicBezTo>
                  <a:pt x="1511445" y="2413080"/>
                  <a:pt x="1359426" y="2371837"/>
                  <a:pt x="1211026" y="2314020"/>
                </a:cubicBezTo>
                <a:cubicBezTo>
                  <a:pt x="1037195" y="2246297"/>
                  <a:pt x="873270" y="2159429"/>
                  <a:pt x="714012" y="2062465"/>
                </a:cubicBezTo>
                <a:cubicBezTo>
                  <a:pt x="544276" y="1959118"/>
                  <a:pt x="382827" y="1845485"/>
                  <a:pt x="245096" y="1701372"/>
                </a:cubicBezTo>
                <a:cubicBezTo>
                  <a:pt x="147560" y="1599359"/>
                  <a:pt x="66693" y="1486012"/>
                  <a:pt x="25449" y="1348947"/>
                </a:cubicBezTo>
                <a:cubicBezTo>
                  <a:pt x="-17699" y="1206072"/>
                  <a:pt x="-4840" y="1065959"/>
                  <a:pt x="53167" y="929180"/>
                </a:cubicBezTo>
                <a:cubicBezTo>
                  <a:pt x="117842" y="776780"/>
                  <a:pt x="224617" y="656194"/>
                  <a:pt x="346442" y="547513"/>
                </a:cubicBezTo>
                <a:cubicBezTo>
                  <a:pt x="541704" y="373873"/>
                  <a:pt x="766209" y="248238"/>
                  <a:pt x="1005477" y="147463"/>
                </a:cubicBezTo>
                <a:cubicBezTo>
                  <a:pt x="1135645" y="91552"/>
                  <a:pt x="1271691" y="50461"/>
                  <a:pt x="1411051" y="24972"/>
                </a:cubicBezTo>
                <a:cubicBezTo>
                  <a:pt x="1532400" y="3636"/>
                  <a:pt x="1654510" y="-11128"/>
                  <a:pt x="1777859" y="9922"/>
                </a:cubicBezTo>
                <a:cubicBezTo>
                  <a:pt x="1872157" y="25924"/>
                  <a:pt x="1961882" y="53833"/>
                  <a:pt x="2035796" y="117174"/>
                </a:cubicBezTo>
                <a:cubicBezTo>
                  <a:pt x="2109262" y="181048"/>
                  <a:pt x="2170022" y="258220"/>
                  <a:pt x="2214866" y="344631"/>
                </a:cubicBezTo>
                <a:cubicBezTo>
                  <a:pt x="2308021" y="519891"/>
                  <a:pt x="2358313" y="708295"/>
                  <a:pt x="2389174" y="903177"/>
                </a:cubicBezTo>
                <a:cubicBezTo>
                  <a:pt x="2409367" y="1030964"/>
                  <a:pt x="2419520" y="1160133"/>
                  <a:pt x="2419558" y="1289511"/>
                </a:cubicBezTo>
                <a:cubicBezTo>
                  <a:pt x="2420387" y="1428185"/>
                  <a:pt x="2407624" y="1566612"/>
                  <a:pt x="2381458" y="1702801"/>
                </a:cubicBezTo>
                <a:cubicBezTo>
                  <a:pt x="2360408" y="1809671"/>
                  <a:pt x="2331928" y="1913589"/>
                  <a:pt x="2284684" y="2011411"/>
                </a:cubicBezTo>
                <a:cubicBezTo>
                  <a:pt x="2205055" y="2176479"/>
                  <a:pt x="2092470" y="2309829"/>
                  <a:pt x="1914352" y="2374980"/>
                </a:cubicBezTo>
                <a:cubicBezTo>
                  <a:pt x="1836723" y="2403650"/>
                  <a:pt x="1755761" y="2417462"/>
                  <a:pt x="1707279" y="2415271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0" name="图片 29" descr="E:/设计图片素材4/pexels-acres-of-film-698445032-19090379.jpgpexels-acres-of-film-698445032-190903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45985" y="1874290"/>
            <a:ext cx="3749333" cy="37455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4926">
                <a:moveTo>
                  <a:pt x="3391" y="0"/>
                </a:moveTo>
                <a:cubicBezTo>
                  <a:pt x="3469" y="1"/>
                  <a:pt x="3548" y="7"/>
                  <a:pt x="3626" y="21"/>
                </a:cubicBezTo>
                <a:cubicBezTo>
                  <a:pt x="3819" y="53"/>
                  <a:pt x="4002" y="110"/>
                  <a:pt x="4152" y="239"/>
                </a:cubicBezTo>
                <a:cubicBezTo>
                  <a:pt x="4302" y="370"/>
                  <a:pt x="4426" y="527"/>
                  <a:pt x="4517" y="703"/>
                </a:cubicBezTo>
                <a:cubicBezTo>
                  <a:pt x="4707" y="1061"/>
                  <a:pt x="4810" y="1445"/>
                  <a:pt x="4873" y="1842"/>
                </a:cubicBezTo>
                <a:cubicBezTo>
                  <a:pt x="4914" y="2103"/>
                  <a:pt x="4935" y="2366"/>
                  <a:pt x="4935" y="2630"/>
                </a:cubicBezTo>
                <a:cubicBezTo>
                  <a:pt x="4937" y="2913"/>
                  <a:pt x="4911" y="3195"/>
                  <a:pt x="4857" y="3473"/>
                </a:cubicBezTo>
                <a:cubicBezTo>
                  <a:pt x="4814" y="3691"/>
                  <a:pt x="4756" y="3903"/>
                  <a:pt x="4660" y="4102"/>
                </a:cubicBezTo>
                <a:cubicBezTo>
                  <a:pt x="4497" y="4439"/>
                  <a:pt x="4268" y="4711"/>
                  <a:pt x="3905" y="4843"/>
                </a:cubicBezTo>
                <a:cubicBezTo>
                  <a:pt x="3746" y="4902"/>
                  <a:pt x="3581" y="4930"/>
                  <a:pt x="3482" y="4926"/>
                </a:cubicBezTo>
                <a:cubicBezTo>
                  <a:pt x="3083" y="4921"/>
                  <a:pt x="2773" y="4837"/>
                  <a:pt x="2470" y="4719"/>
                </a:cubicBezTo>
                <a:cubicBezTo>
                  <a:pt x="2116" y="4581"/>
                  <a:pt x="1781" y="4404"/>
                  <a:pt x="1456" y="4206"/>
                </a:cubicBezTo>
                <a:cubicBezTo>
                  <a:pt x="1110" y="3995"/>
                  <a:pt x="781" y="3764"/>
                  <a:pt x="500" y="3470"/>
                </a:cubicBezTo>
                <a:cubicBezTo>
                  <a:pt x="301" y="3262"/>
                  <a:pt x="136" y="3031"/>
                  <a:pt x="52" y="2751"/>
                </a:cubicBezTo>
                <a:cubicBezTo>
                  <a:pt x="-36" y="2460"/>
                  <a:pt x="-10" y="2174"/>
                  <a:pt x="109" y="1895"/>
                </a:cubicBezTo>
                <a:cubicBezTo>
                  <a:pt x="241" y="1584"/>
                  <a:pt x="458" y="1339"/>
                  <a:pt x="707" y="1117"/>
                </a:cubicBezTo>
                <a:cubicBezTo>
                  <a:pt x="1105" y="763"/>
                  <a:pt x="1563" y="507"/>
                  <a:pt x="2051" y="301"/>
                </a:cubicBezTo>
                <a:cubicBezTo>
                  <a:pt x="2316" y="187"/>
                  <a:pt x="2594" y="103"/>
                  <a:pt x="2878" y="51"/>
                </a:cubicBezTo>
                <a:cubicBezTo>
                  <a:pt x="3048" y="22"/>
                  <a:pt x="3219" y="-2"/>
                  <a:pt x="3391" y="0"/>
                </a:cubicBezTo>
                <a:close/>
              </a:path>
            </a:pathLst>
          </a:custGeom>
          <a:solidFill>
            <a:schemeClr val="accent1"/>
          </a:solidFill>
          <a:ln w="60325">
            <a:solidFill>
              <a:schemeClr val="accent1">
                <a:alpha val="15000"/>
              </a:schemeClr>
            </a:solidFill>
          </a:ln>
        </p:spPr>
      </p:pic>
      <p:sp>
        <p:nvSpPr>
          <p:cNvPr id="3" name="边界"/>
          <p:cNvSpPr/>
          <p:nvPr>
            <p:custDataLst>
              <p:tags r:id="rId5"/>
            </p:custDataLst>
          </p:nvPr>
        </p:nvSpPr>
        <p:spPr>
          <a:xfrm>
            <a:off x="4572784" y="1683840"/>
            <a:ext cx="7010974" cy="4572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正文"/>
          <p:cNvSpPr txBox="1"/>
          <p:nvPr>
            <p:custDataLst>
              <p:tags r:id="rId6"/>
            </p:custDataLst>
          </p:nvPr>
        </p:nvSpPr>
        <p:spPr>
          <a:xfrm>
            <a:off x="4573349" y="2174567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2" name="标题"/>
          <p:cNvSpPr txBox="1"/>
          <p:nvPr>
            <p:custDataLst>
              <p:tags r:id="rId7"/>
            </p:custDataLst>
          </p:nvPr>
        </p:nvSpPr>
        <p:spPr>
          <a:xfrm>
            <a:off x="4573349" y="1841913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8"/>
            </p:custDataLst>
          </p:nvPr>
        </p:nvSpPr>
        <p:spPr>
          <a:xfrm>
            <a:off x="4573349" y="3733721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9"/>
            </p:custDataLst>
          </p:nvPr>
        </p:nvSpPr>
        <p:spPr>
          <a:xfrm>
            <a:off x="4573349" y="3401067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7" name="正文"/>
          <p:cNvSpPr txBox="1"/>
          <p:nvPr>
            <p:custDataLst>
              <p:tags r:id="rId10"/>
            </p:custDataLst>
          </p:nvPr>
        </p:nvSpPr>
        <p:spPr>
          <a:xfrm>
            <a:off x="4573349" y="5292874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8" name="标题"/>
          <p:cNvSpPr txBox="1"/>
          <p:nvPr>
            <p:custDataLst>
              <p:tags r:id="rId11"/>
            </p:custDataLst>
          </p:nvPr>
        </p:nvSpPr>
        <p:spPr>
          <a:xfrm>
            <a:off x="4573349" y="4960221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198555" y="1991734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198129" y="1524098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298995" y="1590530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206808" y="3591518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2206586" y="312427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1307451" y="319071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2197920" y="5191936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2197515" y="472430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1298380" y="479073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695779" y="1848897"/>
            <a:ext cx="4091509" cy="4092144"/>
          </a:xfrm>
          <a:prstGeom prst="ellipse">
            <a:avLst/>
          </a:prstGeom>
          <a:gradFill flip="none" rotWithShape="1">
            <a:gsLst>
              <a:gs pos="85000">
                <a:schemeClr val="accent1">
                  <a:alpha val="0"/>
                </a:schemeClr>
              </a:gs>
              <a:gs pos="15000">
                <a:schemeClr val="accent1">
                  <a:alpha val="0"/>
                </a:schemeClr>
              </a:gs>
              <a:gs pos="51000">
                <a:schemeClr val="accent1">
                  <a:alpha val="10000"/>
                </a:schemeClr>
              </a:gs>
            </a:gsLst>
            <a:lin ang="5400000"/>
          </a:gra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 useBgFill="1"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ln>
            <a:noFill/>
          </a:ln>
          <a:effectLst>
            <a:outerShdw blurRad="368300" dist="38100" dir="5400000" algn="t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1580103" y="2707193"/>
            <a:ext cx="2357141" cy="2357141"/>
          </a:xfrm>
          <a:prstGeom prst="ellipse">
            <a:avLst/>
          </a:prstGeom>
          <a:gradFill>
            <a:gsLst>
              <a:gs pos="74000">
                <a:schemeClr val="accent1">
                  <a:alpha val="85000"/>
                </a:schemeClr>
              </a:gs>
              <a:gs pos="10000">
                <a:schemeClr val="accent1">
                  <a:alpha val="4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905139" y="3032228"/>
            <a:ext cx="1707070" cy="1707070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20000"/>
                    <a:lumOff val="80000"/>
                    <a:alpha val="67000"/>
                  </a:schemeClr>
                </a:gs>
                <a:gs pos="100000">
                  <a:schemeClr val="accent1">
                    <a:lumMod val="20000"/>
                    <a:lumOff val="80000"/>
                    <a:alpha val="53000"/>
                  </a:schemeClr>
                </a:gs>
              </a:gsLst>
              <a:lin ang="2700000" scaled="1"/>
            </a:gradFill>
          </a:ln>
          <a:effectLst>
            <a:outerShdw blurRad="635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 b="1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9" descr="个人能力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1910" y="3429000"/>
            <a:ext cx="914162" cy="914162"/>
          </a:xfrm>
          <a:prstGeom prst="rect">
            <a:avLst/>
          </a:prstGeom>
        </p:spPr>
      </p:pic>
      <p:sp>
        <p:nvSpPr>
          <p:cNvPr id="10" name="弧形 9"/>
          <p:cNvSpPr/>
          <p:nvPr>
            <p:custDataLst>
              <p:tags r:id="rId9"/>
            </p:custDataLst>
          </p:nvPr>
        </p:nvSpPr>
        <p:spPr>
          <a:xfrm rot="16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63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5" name="弧形 14"/>
          <p:cNvSpPr/>
          <p:nvPr>
            <p:custDataLst>
              <p:tags r:id="rId10"/>
            </p:custDataLst>
          </p:nvPr>
        </p:nvSpPr>
        <p:spPr>
          <a:xfrm rot="115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矩形"/>
          <p:cNvSpPr/>
          <p:nvPr>
            <p:custDataLst>
              <p:tags r:id="rId12"/>
            </p:custDataLst>
          </p:nvPr>
        </p:nvSpPr>
        <p:spPr>
          <a:xfrm>
            <a:off x="6013154" y="2318674"/>
            <a:ext cx="5479893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"/>
          <p:cNvSpPr/>
          <p:nvPr>
            <p:custDataLst>
              <p:tags r:id="rId13"/>
            </p:custDataLst>
          </p:nvPr>
        </p:nvSpPr>
        <p:spPr>
          <a:xfrm>
            <a:off x="6516578" y="3535017"/>
            <a:ext cx="4977104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添加文本具体内容，可酌情增减文字，以便观者准确地理解您传达的思想。添加文本具体内容，简明扼要地阐述观点。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"/>
          <p:cNvSpPr/>
          <p:nvPr>
            <p:custDataLst>
              <p:tags r:id="rId14"/>
            </p:custDataLst>
          </p:nvPr>
        </p:nvSpPr>
        <p:spPr>
          <a:xfrm>
            <a:off x="6013154" y="4751361"/>
            <a:ext cx="5481162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6" name="圆角矩形"/>
          <p:cNvSpPr/>
          <p:nvPr>
            <p:custDataLst>
              <p:tags r:id="rId15"/>
            </p:custDataLst>
          </p:nvPr>
        </p:nvSpPr>
        <p:spPr>
          <a:xfrm>
            <a:off x="3933435" y="2391680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7" name="圆角矩形"/>
          <p:cNvSpPr/>
          <p:nvPr>
            <p:custDataLst>
              <p:tags r:id="rId16"/>
            </p:custDataLst>
          </p:nvPr>
        </p:nvSpPr>
        <p:spPr>
          <a:xfrm>
            <a:off x="4422893" y="3608023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8" name="圆角矩形"/>
          <p:cNvSpPr/>
          <p:nvPr>
            <p:custDataLst>
              <p:tags r:id="rId17"/>
            </p:custDataLst>
          </p:nvPr>
        </p:nvSpPr>
        <p:spPr>
          <a:xfrm>
            <a:off x="3933435" y="4824367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9" name="圆角矩形"/>
          <p:cNvSpPr/>
          <p:nvPr>
            <p:custDataLst>
              <p:tags r:id="rId18"/>
            </p:custDataLst>
          </p:nvPr>
        </p:nvSpPr>
        <p:spPr>
          <a:xfrm>
            <a:off x="3927112" y="2391680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0" name="圆角矩形"/>
          <p:cNvSpPr/>
          <p:nvPr>
            <p:custDataLst>
              <p:tags r:id="rId19"/>
            </p:custDataLst>
          </p:nvPr>
        </p:nvSpPr>
        <p:spPr>
          <a:xfrm>
            <a:off x="4416570" y="3608042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圆角矩形"/>
          <p:cNvSpPr/>
          <p:nvPr>
            <p:custDataLst>
              <p:tags r:id="rId20"/>
            </p:custDataLst>
          </p:nvPr>
        </p:nvSpPr>
        <p:spPr>
          <a:xfrm>
            <a:off x="3927112" y="4824386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单圆角矩形 5"/>
          <p:cNvSpPr/>
          <p:nvPr>
            <p:custDataLst>
              <p:tags r:id="rId1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" name="单圆角矩形 5"/>
          <p:cNvSpPr/>
          <p:nvPr>
            <p:custDataLst>
              <p:tags r:id="rId2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85" name="单圆角矩形 5"/>
          <p:cNvSpPr/>
          <p:nvPr>
            <p:custDataLst>
              <p:tags r:id="rId3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6" name="单圆角矩形 5"/>
          <p:cNvSpPr/>
          <p:nvPr>
            <p:custDataLst>
              <p:tags r:id="rId4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1" name="单圆角矩形 5"/>
          <p:cNvSpPr/>
          <p:nvPr>
            <p:custDataLst>
              <p:tags r:id="rId5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4" name="单圆角矩形 5"/>
          <p:cNvSpPr/>
          <p:nvPr>
            <p:custDataLst>
              <p:tags r:id="rId6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5" name="单圆角矩形 5"/>
          <p:cNvSpPr/>
          <p:nvPr>
            <p:custDataLst>
              <p:tags r:id="rId7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" name="单圆角矩形 5"/>
          <p:cNvSpPr/>
          <p:nvPr>
            <p:custDataLst>
              <p:tags r:id="rId8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1338866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1339501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圆角矩形 19"/>
          <p:cNvSpPr/>
          <p:nvPr>
            <p:custDataLst>
              <p:tags r:id="rId12"/>
            </p:custDataLst>
          </p:nvPr>
        </p:nvSpPr>
        <p:spPr>
          <a:xfrm rot="5400000">
            <a:off x="686721" y="1437570"/>
            <a:ext cx="434073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燕尾形 20"/>
          <p:cNvSpPr/>
          <p:nvPr>
            <p:custDataLst>
              <p:tags r:id="rId13"/>
            </p:custDataLst>
          </p:nvPr>
        </p:nvSpPr>
        <p:spPr>
          <a:xfrm>
            <a:off x="846898" y="1572318"/>
            <a:ext cx="113718" cy="169174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7020001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7020636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4" name="圆角矩形 19"/>
          <p:cNvSpPr/>
          <p:nvPr>
            <p:custDataLst>
              <p:tags r:id="rId16"/>
            </p:custDataLst>
          </p:nvPr>
        </p:nvSpPr>
        <p:spPr>
          <a:xfrm rot="5400000">
            <a:off x="6367391" y="143740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5" name="燕尾形 20"/>
          <p:cNvSpPr/>
          <p:nvPr>
            <p:custDataLst>
              <p:tags r:id="rId17"/>
            </p:custDataLst>
          </p:nvPr>
        </p:nvSpPr>
        <p:spPr>
          <a:xfrm>
            <a:off x="6528005" y="157262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8"/>
            </p:custDataLst>
          </p:nvPr>
        </p:nvSpPr>
        <p:spPr>
          <a:xfrm>
            <a:off x="1338866" y="4045943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9"/>
            </p:custDataLst>
          </p:nvPr>
        </p:nvSpPr>
        <p:spPr>
          <a:xfrm>
            <a:off x="1339501" y="453667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8" name="圆角矩形 19"/>
          <p:cNvSpPr/>
          <p:nvPr>
            <p:custDataLst>
              <p:tags r:id="rId20"/>
            </p:custDataLst>
          </p:nvPr>
        </p:nvSpPr>
        <p:spPr>
          <a:xfrm rot="5400000">
            <a:off x="686891" y="408593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燕尾形 20"/>
          <p:cNvSpPr/>
          <p:nvPr>
            <p:custDataLst>
              <p:tags r:id="rId21"/>
            </p:custDataLst>
          </p:nvPr>
        </p:nvSpPr>
        <p:spPr>
          <a:xfrm>
            <a:off x="846869" y="422115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2"/>
            </p:custDataLst>
          </p:nvPr>
        </p:nvSpPr>
        <p:spPr>
          <a:xfrm>
            <a:off x="7020001" y="3949448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3"/>
            </p:custDataLst>
          </p:nvPr>
        </p:nvSpPr>
        <p:spPr>
          <a:xfrm>
            <a:off x="7020636" y="4440175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圆角矩形 19"/>
          <p:cNvSpPr/>
          <p:nvPr>
            <p:custDataLst>
              <p:tags r:id="rId24"/>
            </p:custDataLst>
          </p:nvPr>
        </p:nvSpPr>
        <p:spPr>
          <a:xfrm rot="5400000">
            <a:off x="6368026" y="3989442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燕尾形 20"/>
          <p:cNvSpPr/>
          <p:nvPr>
            <p:custDataLst>
              <p:tags r:id="rId25"/>
            </p:custDataLst>
          </p:nvPr>
        </p:nvSpPr>
        <p:spPr>
          <a:xfrm>
            <a:off x="6528005" y="4124662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2"/>
            </p:custDataLst>
          </p:nvPr>
        </p:nvCxnSpPr>
        <p:spPr>
          <a:xfrm>
            <a:off x="2277787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695779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697058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弧形 5"/>
          <p:cNvSpPr/>
          <p:nvPr>
            <p:custDataLst>
              <p:tags r:id="rId5"/>
            </p:custDataLst>
          </p:nvPr>
        </p:nvSpPr>
        <p:spPr>
          <a:xfrm>
            <a:off x="985273" y="1758927"/>
            <a:ext cx="1292523" cy="1293158"/>
          </a:xfrm>
          <a:prstGeom prst="arc">
            <a:avLst>
              <a:gd name="adj1" fmla="val 6360448"/>
              <a:gd name="adj2" fmla="val 445787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1450607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" name="图片 5" descr="32313538333630393b32313538333731303bbdbbd7f7d2b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2111" y="2194116"/>
            <a:ext cx="438848" cy="438848"/>
          </a:xfrm>
          <a:prstGeom prst="rect">
            <a:avLst/>
          </a:prstGeom>
        </p:spPr>
      </p:pic>
      <p:sp>
        <p:nvSpPr>
          <p:cNvPr id="23" name="弧形 22"/>
          <p:cNvSpPr/>
          <p:nvPr>
            <p:custDataLst>
              <p:tags r:id="rId10"/>
            </p:custDataLst>
          </p:nvPr>
        </p:nvSpPr>
        <p:spPr>
          <a:xfrm>
            <a:off x="3217352" y="1758927"/>
            <a:ext cx="1292523" cy="1293158"/>
          </a:xfrm>
          <a:prstGeom prst="arc">
            <a:avLst>
              <a:gd name="adj1" fmla="val 6368490"/>
              <a:gd name="adj2" fmla="val 442923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682686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弧形 17"/>
          <p:cNvSpPr/>
          <p:nvPr>
            <p:custDataLst>
              <p:tags r:id="rId12"/>
            </p:custDataLst>
          </p:nvPr>
        </p:nvSpPr>
        <p:spPr>
          <a:xfrm>
            <a:off x="5449431" y="1758927"/>
            <a:ext cx="1292523" cy="1293158"/>
          </a:xfrm>
          <a:prstGeom prst="arc">
            <a:avLst>
              <a:gd name="adj1" fmla="val 6390174"/>
              <a:gd name="adj2" fmla="val 4446659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3" descr="32313538333630393b32313538333732303bcad5b2d8bfceb3c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53333" y="2187557"/>
            <a:ext cx="483628" cy="483628"/>
          </a:xfrm>
          <a:prstGeom prst="rect">
            <a:avLst/>
          </a:prstGeom>
        </p:spPr>
      </p:pic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5914764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8" name="图片 12" descr="32313538333630393b32313538333731393bcbd1cbf7bfceb3c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06794" y="2186993"/>
            <a:ext cx="435605" cy="435605"/>
          </a:xfrm>
          <a:prstGeom prst="rect">
            <a:avLst/>
          </a:prstGeom>
        </p:spPr>
      </p:pic>
      <p:sp>
        <p:nvSpPr>
          <p:cNvPr id="9" name="弧形 8"/>
          <p:cNvSpPr/>
          <p:nvPr>
            <p:custDataLst>
              <p:tags r:id="rId20"/>
            </p:custDataLst>
          </p:nvPr>
        </p:nvSpPr>
        <p:spPr>
          <a:xfrm>
            <a:off x="7678335" y="1758927"/>
            <a:ext cx="1292523" cy="1293158"/>
          </a:xfrm>
          <a:prstGeom prst="arc">
            <a:avLst>
              <a:gd name="adj1" fmla="val 6362077"/>
              <a:gd name="adj2" fmla="val 4401855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21"/>
            </p:custDataLst>
          </p:nvPr>
        </p:nvSpPr>
        <p:spPr>
          <a:xfrm>
            <a:off x="8143669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22"/>
            </p:custDataLst>
          </p:nvPr>
        </p:nvSpPr>
        <p:spPr>
          <a:xfrm>
            <a:off x="9624093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23"/>
            </p:custDataLst>
          </p:nvPr>
        </p:nvSpPr>
        <p:spPr>
          <a:xfrm>
            <a:off x="7388215" y="3400927"/>
            <a:ext cx="1872762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7388840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5"/>
            </p:custDataLst>
          </p:nvPr>
        </p:nvSpPr>
        <p:spPr>
          <a:xfrm>
            <a:off x="5164390" y="3400927"/>
            <a:ext cx="1862605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2927857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27"/>
            </p:custDataLst>
          </p:nvPr>
        </p:nvSpPr>
        <p:spPr>
          <a:xfrm>
            <a:off x="2929137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弧形 1"/>
          <p:cNvSpPr/>
          <p:nvPr>
            <p:custDataLst>
              <p:tags r:id="rId28"/>
            </p:custDataLst>
          </p:nvPr>
        </p:nvSpPr>
        <p:spPr>
          <a:xfrm>
            <a:off x="9913588" y="1759562"/>
            <a:ext cx="1292523" cy="1293158"/>
          </a:xfrm>
          <a:prstGeom prst="arc">
            <a:avLst>
              <a:gd name="adj1" fmla="val 6404146"/>
              <a:gd name="adj2" fmla="val 4435036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9"/>
            </p:custDataLst>
          </p:nvPr>
        </p:nvSpPr>
        <p:spPr>
          <a:xfrm>
            <a:off x="10378921" y="2850843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30"/>
            </p:custDataLst>
          </p:nvPr>
        </p:nvSpPr>
        <p:spPr>
          <a:xfrm>
            <a:off x="5159936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31"/>
            </p:custDataLst>
          </p:nvPr>
        </p:nvSpPr>
        <p:spPr>
          <a:xfrm>
            <a:off x="9625056" y="3400927"/>
            <a:ext cx="1869588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2" name="图片 10" descr="333438303937363b333438313037373bcad0b3a1b5f7b2e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340341" y="2186178"/>
            <a:ext cx="439148" cy="439148"/>
          </a:xfrm>
          <a:prstGeom prst="rect">
            <a:avLst/>
          </a:prstGeom>
        </p:spPr>
      </p:pic>
      <p:pic>
        <p:nvPicPr>
          <p:cNvPr id="14" name="图片 14" descr="32313538333630393b32313538333732313bb6fac2f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22072" y="2164409"/>
            <a:ext cx="481517" cy="481517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38"/>
            </p:custDataLst>
          </p:nvPr>
        </p:nvCxnSpPr>
        <p:spPr>
          <a:xfrm>
            <a:off x="4512405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39"/>
            </p:custDataLst>
          </p:nvPr>
        </p:nvCxnSpPr>
        <p:spPr>
          <a:xfrm>
            <a:off x="6741944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40"/>
            </p:custDataLst>
          </p:nvPr>
        </p:nvCxnSpPr>
        <p:spPr>
          <a:xfrm>
            <a:off x="8974022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4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6" name="椭圆"/>
          <p:cNvSpPr/>
          <p:nvPr>
            <p:custDataLst>
              <p:tags r:id="rId2"/>
            </p:custDataLst>
          </p:nvPr>
        </p:nvSpPr>
        <p:spPr>
          <a:xfrm>
            <a:off x="1273608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359870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01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8" name="弧形 85"/>
          <p:cNvSpPr/>
          <p:nvPr>
            <p:custDataLst>
              <p:tags r:id="rId4"/>
            </p:custDataLst>
          </p:nvPr>
        </p:nvSpPr>
        <p:spPr>
          <a:xfrm rot="16200000">
            <a:off x="1204472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3" name="椭圆"/>
          <p:cNvSpPr/>
          <p:nvPr>
            <p:custDataLst>
              <p:tags r:id="rId5"/>
            </p:custDataLst>
          </p:nvPr>
        </p:nvSpPr>
        <p:spPr>
          <a:xfrm>
            <a:off x="3006447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309270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2" name="弧形 85"/>
          <p:cNvSpPr/>
          <p:nvPr>
            <p:custDataLst>
              <p:tags r:id="rId7"/>
            </p:custDataLst>
          </p:nvPr>
        </p:nvSpPr>
        <p:spPr>
          <a:xfrm rot="16200000">
            <a:off x="2937946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8" name="椭圆"/>
          <p:cNvSpPr/>
          <p:nvPr>
            <p:custDataLst>
              <p:tags r:id="rId8"/>
            </p:custDataLst>
          </p:nvPr>
        </p:nvSpPr>
        <p:spPr>
          <a:xfrm>
            <a:off x="473992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7" name="椭圆 6"/>
          <p:cNvSpPr/>
          <p:nvPr>
            <p:custDataLst>
              <p:tags r:id="rId9"/>
            </p:custDataLst>
          </p:nvPr>
        </p:nvSpPr>
        <p:spPr>
          <a:xfrm>
            <a:off x="4826182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7" name="弧形 85"/>
          <p:cNvSpPr/>
          <p:nvPr>
            <p:custDataLst>
              <p:tags r:id="rId10"/>
            </p:custDataLst>
          </p:nvPr>
        </p:nvSpPr>
        <p:spPr>
          <a:xfrm rot="16200000">
            <a:off x="4670784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3" name="椭圆"/>
          <p:cNvSpPr/>
          <p:nvPr>
            <p:custDataLst>
              <p:tags r:id="rId11"/>
            </p:custDataLst>
          </p:nvPr>
        </p:nvSpPr>
        <p:spPr>
          <a:xfrm>
            <a:off x="6472759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8" name="椭圆 7"/>
          <p:cNvSpPr/>
          <p:nvPr>
            <p:custDataLst>
              <p:tags r:id="rId12"/>
            </p:custDataLst>
          </p:nvPr>
        </p:nvSpPr>
        <p:spPr>
          <a:xfrm>
            <a:off x="6558386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04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3"/>
            </p:custDataLst>
          </p:nvPr>
        </p:nvSpPr>
        <p:spPr>
          <a:xfrm rot="16200000">
            <a:off x="6404257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8" name="椭圆"/>
          <p:cNvSpPr/>
          <p:nvPr>
            <p:custDataLst>
              <p:tags r:id="rId14"/>
            </p:custDataLst>
          </p:nvPr>
        </p:nvSpPr>
        <p:spPr>
          <a:xfrm>
            <a:off x="8206231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0" name="椭圆 9"/>
          <p:cNvSpPr/>
          <p:nvPr>
            <p:custDataLst>
              <p:tags r:id="rId15"/>
            </p:custDataLst>
          </p:nvPr>
        </p:nvSpPr>
        <p:spPr>
          <a:xfrm>
            <a:off x="8291224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05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7" name="弧形 85"/>
          <p:cNvSpPr/>
          <p:nvPr>
            <p:custDataLst>
              <p:tags r:id="rId16"/>
            </p:custDataLst>
          </p:nvPr>
        </p:nvSpPr>
        <p:spPr>
          <a:xfrm rot="16200000">
            <a:off x="8137095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3" name="椭圆"/>
          <p:cNvSpPr/>
          <p:nvPr>
            <p:custDataLst>
              <p:tags r:id="rId17"/>
            </p:custDataLst>
          </p:nvPr>
        </p:nvSpPr>
        <p:spPr>
          <a:xfrm>
            <a:off x="993907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1" name="椭圆 10"/>
          <p:cNvSpPr/>
          <p:nvPr>
            <p:custDataLst>
              <p:tags r:id="rId18"/>
            </p:custDataLst>
          </p:nvPr>
        </p:nvSpPr>
        <p:spPr>
          <a:xfrm>
            <a:off x="1002469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06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2" name="弧形 85"/>
          <p:cNvSpPr/>
          <p:nvPr>
            <p:custDataLst>
              <p:tags r:id="rId19"/>
            </p:custDataLst>
          </p:nvPr>
        </p:nvSpPr>
        <p:spPr>
          <a:xfrm rot="16200000">
            <a:off x="9870569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66" name="直接连接符 65"/>
          <p:cNvCxnSpPr>
            <a:endCxn id="43" idx="2"/>
          </p:cNvCxnSpPr>
          <p:nvPr>
            <p:custDataLst>
              <p:tags r:id="rId20"/>
            </p:custDataLst>
          </p:nvPr>
        </p:nvCxnSpPr>
        <p:spPr>
          <a:xfrm>
            <a:off x="2221849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>
            <p:custDataLst>
              <p:tags r:id="rId21"/>
            </p:custDataLst>
          </p:nvPr>
        </p:nvCxnSpPr>
        <p:spPr>
          <a:xfrm>
            <a:off x="3955323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22"/>
            </p:custDataLst>
          </p:nvPr>
        </p:nvCxnSpPr>
        <p:spPr>
          <a:xfrm>
            <a:off x="5688161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23"/>
            </p:custDataLst>
          </p:nvPr>
        </p:nvCxnSpPr>
        <p:spPr>
          <a:xfrm>
            <a:off x="7421000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>
            <p:custDataLst>
              <p:tags r:id="rId24"/>
            </p:custDataLst>
          </p:nvPr>
        </p:nvCxnSpPr>
        <p:spPr>
          <a:xfrm>
            <a:off x="9154472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25"/>
            </p:custDataLst>
          </p:nvPr>
        </p:nvSpPr>
        <p:spPr>
          <a:xfrm>
            <a:off x="702126" y="1567055"/>
            <a:ext cx="217023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6"/>
            </p:custDataLst>
          </p:nvPr>
        </p:nvSpPr>
        <p:spPr>
          <a:xfrm>
            <a:off x="702127" y="2681581"/>
            <a:ext cx="217023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7"/>
            </p:custDataLst>
          </p:nvPr>
        </p:nvSpPr>
        <p:spPr>
          <a:xfrm>
            <a:off x="4085161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28"/>
            </p:custDataLst>
          </p:nvPr>
        </p:nvSpPr>
        <p:spPr>
          <a:xfrm>
            <a:off x="4085349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9"/>
            </p:custDataLst>
          </p:nvPr>
        </p:nvSpPr>
        <p:spPr>
          <a:xfrm>
            <a:off x="7551358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30"/>
            </p:custDataLst>
          </p:nvPr>
        </p:nvSpPr>
        <p:spPr>
          <a:xfrm>
            <a:off x="7551660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31"/>
            </p:custDataLst>
          </p:nvPr>
        </p:nvSpPr>
        <p:spPr>
          <a:xfrm>
            <a:off x="2378876" y="5229164"/>
            <a:ext cx="217023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32"/>
            </p:custDataLst>
          </p:nvPr>
        </p:nvSpPr>
        <p:spPr>
          <a:xfrm>
            <a:off x="2379701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33"/>
            </p:custDataLst>
          </p:nvPr>
        </p:nvSpPr>
        <p:spPr>
          <a:xfrm>
            <a:off x="5852541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34"/>
            </p:custDataLst>
          </p:nvPr>
        </p:nvSpPr>
        <p:spPr>
          <a:xfrm>
            <a:off x="5852439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5"/>
            </p:custDataLst>
          </p:nvPr>
        </p:nvSpPr>
        <p:spPr>
          <a:xfrm>
            <a:off x="9321277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36"/>
            </p:custDataLst>
          </p:nvPr>
        </p:nvSpPr>
        <p:spPr>
          <a:xfrm>
            <a:off x="9321287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0" y="4002165"/>
            <a:ext cx="11071516" cy="0"/>
          </a:xfrm>
          <a:prstGeom prst="line">
            <a:avLst/>
          </a:prstGeom>
          <a:ln w="2540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直角三角形 3"/>
          <p:cNvSpPr/>
          <p:nvPr>
            <p:custDataLst>
              <p:tags r:id="rId3"/>
            </p:custDataLst>
          </p:nvPr>
        </p:nvSpPr>
        <p:spPr>
          <a:xfrm rot="13456694">
            <a:off x="10987709" y="3936469"/>
            <a:ext cx="125223" cy="131392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 flipV="1">
            <a:off x="1240652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115257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520370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152989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 flipV="1">
            <a:off x="3829843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9"/>
            </p:custDataLst>
          </p:nvPr>
        </p:nvSpPr>
        <p:spPr>
          <a:xfrm>
            <a:off x="374924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4109561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412970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639450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13"/>
            </p:custDataLst>
          </p:nvPr>
        </p:nvCxnSpPr>
        <p:spPr>
          <a:xfrm flipV="1">
            <a:off x="6463321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761768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6776354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9" name="直接连接符 8"/>
          <p:cNvCxnSpPr/>
          <p:nvPr>
            <p:custDataLst>
              <p:tags r:id="rId16"/>
            </p:custDataLst>
          </p:nvPr>
        </p:nvCxnSpPr>
        <p:spPr>
          <a:xfrm>
            <a:off x="2528911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7"/>
            </p:custDataLst>
          </p:nvPr>
        </p:nvSpPr>
        <p:spPr>
          <a:xfrm>
            <a:off x="245726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2812345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2831866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20"/>
            </p:custDataLst>
          </p:nvPr>
        </p:nvCxnSpPr>
        <p:spPr>
          <a:xfrm>
            <a:off x="5110618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21"/>
            </p:custDataLst>
          </p:nvPr>
        </p:nvSpPr>
        <p:spPr>
          <a:xfrm>
            <a:off x="504645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5457608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23"/>
            </p:custDataLst>
          </p:nvPr>
        </p:nvSpPr>
        <p:spPr>
          <a:xfrm>
            <a:off x="5472262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24"/>
            </p:custDataLst>
          </p:nvPr>
        </p:nvSpPr>
        <p:spPr>
          <a:xfrm>
            <a:off x="769866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8087822" y="4844767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26"/>
            </p:custDataLst>
          </p:nvPr>
        </p:nvSpPr>
        <p:spPr>
          <a:xfrm>
            <a:off x="8109303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49" name="直接连接符 48"/>
          <p:cNvCxnSpPr/>
          <p:nvPr>
            <p:custDataLst>
              <p:tags r:id="rId27"/>
            </p:custDataLst>
          </p:nvPr>
        </p:nvCxnSpPr>
        <p:spPr>
          <a:xfrm>
            <a:off x="7768097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>
            <p:custDataLst>
              <p:tags r:id="rId28"/>
            </p:custDataLst>
          </p:nvPr>
        </p:nvSpPr>
        <p:spPr>
          <a:xfrm>
            <a:off x="9024720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>
            <p:custDataLst>
              <p:tags r:id="rId29"/>
            </p:custDataLst>
          </p:nvPr>
        </p:nvCxnSpPr>
        <p:spPr>
          <a:xfrm flipV="1">
            <a:off x="9093535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9391982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9406568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 模板章节页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正文页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223" y="1508760"/>
            <a:ext cx="11253333" cy="443484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章节页应来自中宏PPT模版.pptx第2页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正文页继续使用生成内容并合并模板规范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1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1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1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1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4_1*a*1"/>
  <p:tag name="KSO_WM_TEMPLATE_CATEGORY" val="diagram"/>
  <p:tag name="KSO_WM_TEMPLATE_INDEX" val="2023196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1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UNIT_USESOURCEFORMAT_APPLY" val="0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1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1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9.xml><?xml version="1.0" encoding="utf-8"?>
<p:tagLst xmlns:p="http://schemas.openxmlformats.org/presentationml/2006/main">
  <p:tag name="KSO_WM_SLIDE_ID" val="diagram2023196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54.575*294.246"/>
  <p:tag name="KSO_WM_SLIDE_POSITION" val="103.041*148.872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  <p:tag name="KSO_WM_SPECIAL_SOURCE" val="bdnull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1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1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56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1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5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1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1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56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1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5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1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.xml><?xml version="1.0" encoding="utf-8"?>
<p:tagLst xmlns:p="http://schemas.openxmlformats.org/presentationml/2006/main">
  <p:tag name="KSO_WM_SLIDE_ID" val="diagram2023196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79.562*366.899"/>
  <p:tag name="KSO_WM_SLIDE_POSITION" val="96.4147*125.95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729_1*a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页面的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729_1*i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20.xml><?xml version="1.0" encoding="utf-8"?>
<p:tagLst xmlns:p="http://schemas.openxmlformats.org/presentationml/2006/main">
  <p:tag name="KSO_WM_UNIT_VALUE" val="1040*10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29_1*d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45_2*l_i*1_1"/>
  <p:tag name="KSO_WM_TEMPLATE_CATEGORY" val="diagram"/>
  <p:tag name="KSO_WM_TEMPLATE_INDEX" val="20235545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545_2*l_h_f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545_2*l_h_a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545_2*l_h_f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545_2*l_h_a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545_2*l_h_f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545_2*l_h_a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8.xml><?xml version="1.0" encoding="utf-8"?>
<p:tagLst xmlns:p="http://schemas.openxmlformats.org/presentationml/2006/main">
  <p:tag name="KSO_WM_SLIDE_ID" val="custom202317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picTxt"/>
  <p:tag name="KSO_WM_SLIDE_SIZE" val="552.195*360.15"/>
  <p:tag name="KSO_WM_SLIDE_POSITION" val="360.156*132.5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2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2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2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2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2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2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2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7_2*l_h_f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7_2*l_h_a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2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SLIDE_ID" val="diagram2023196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780.21*366.599"/>
  <p:tag name="KSO_WM_SLIDE_POSITION" val="102.261*125.20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496_2*l_i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8500000238418579,&quot;transparency&quot;:1},{&quot;brightness&quot;:0,&quot;colorType&quot;:1,&quot;foreColorIndex&quot;:5,&quot;pos&quot;:0.15000000596046448,&quot;transparency&quot;:1},{&quot;brightness&quot;:0,&quot;colorType&quot;:1,&quot;foreColorIndex&quot;:5,&quot;pos&quot;:0.5099999904632568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1496_2*l_i*1_2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1496_2*l_i*1_3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1496_2*l_i*1_4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7400000095367432,&quot;transparency&quot;:0.15000000596046448},{&quot;brightness&quot;:0,&quot;colorType&quot;:1,&quot;foreColorIndex&quot;:5,&quot;pos&quot;:0.10000000149011612,&quot;transparency&quot;:0.6000000238418579}],&quot;type&quot;:3},&quot;glow&quot;:{&quot;colorType&quot;:0},&quot;line&quot;:{&quot;type&quot;:0},&quot;shadow&quot;:{&quot;brightness&quot;:-0.5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1496_2*l_i*1_5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.33000001311302185},{&quot;brightness&quot;:0.800000011920929,&quot;colorType&quot;:1,&quot;foreColorIndex&quot;:5,&quot;pos&quot;:1,&quot;transparency&quot;:0.4699999988079071}],&quot;type&quot;:2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UNIT_VALUE" val="254*2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1496_2*l_x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231496_2*l_i*1_6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7"/>
  <p:tag name="KSO_WM_UNIT_ID" val="diagram20231496_2*l_i*1_7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a*1"/>
  <p:tag name="KSO_WM_TEMPLATE_CATEGORY" val="diagram"/>
  <p:tag name="KSO_WM_TEMPLATE_INDEX" val="2023149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UNIT_VALUE" val="56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8.xml><?xml version="1.0" encoding="utf-8"?>
<p:tagLst xmlns:p="http://schemas.openxmlformats.org/presentationml/2006/main">
  <p:tag name="KSO_WM_SLIDE_ID" val="diagram2023149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diag"/>
  <p:tag name="KSO_WM_SLIDE_SIZE" val="850.5*322.3"/>
  <p:tag name="KSO_WM_SLIDE_POSITION" val="54.8*145.5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76_2*a*1"/>
  <p:tag name="KSO_WM_TEMPLATE_CATEGORY" val="diagram"/>
  <p:tag name="KSO_WM_TEMPLATE_INDEX" val="20231976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6_2*l_h_a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6_2*l_h_f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6_2*l_h_a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6_2*l_h_f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6_2*l_h_a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6_2*l_h_f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976_2*l_h_a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976_2*l_h_f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SLIDE_ID" val="diagram20231976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1.15*372.85"/>
  <p:tag name="KSO_WM_SLIDE_POSITION" val="53.9*124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4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4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4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1_1"/>
  <p:tag name="KSO_WM_TEMPLATE_CATEGORY" val="diagram"/>
  <p:tag name="KSO_WM_TEMPLATE_INDEX" val="20233199"/>
  <p:tag name="KSO_WM_UNIT_LAYERLEVEL" val="1_1_1"/>
  <p:tag name="KSO_WM_TAG_VERSION" val="3.0"/>
  <p:tag name="KSO_WM_UNIT_VALUE" val="93*98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3_1"/>
  <p:tag name="KSO_WM_TEMPLATE_CATEGORY" val="diagram"/>
  <p:tag name="KSO_WM_TEMPLATE_INDEX" val="20233199"/>
  <p:tag name="KSO_WM_UNIT_LAYERLEVEL" val="1_1_1"/>
  <p:tag name="KSO_WM_TAG_VERSION" val="3.0"/>
  <p:tag name="KSO_WM_UNIT_VALUE" val="94*108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4_1"/>
  <p:tag name="KSO_WM_TEMPLATE_CATEGORY" val="diagram"/>
  <p:tag name="KSO_WM_TEMPLATE_INDEX" val="20233199"/>
  <p:tag name="KSO_WM_UNIT_LAYERLEVEL" val="1_1_1"/>
  <p:tag name="KSO_WM_TAG_VERSION" val="3.0"/>
  <p:tag name="KSO_WM_UNIT_VALUE" val="97*97"/>
  <p:tag name="KSO_WM_UNIT_TYPE" val="m_h_x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3199_4*m_h_f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3199_4*m_h_a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3199_4*m_h_f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4*m_h_a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4*m_h_f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4*m_h_a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UNIT_FILL_FORE_SCHEMECOLOR_INDEX" val="14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NDEX" val="1_5_2"/>
  <p:tag name="KSO_WM_UNIT_FILL_FORE_SCHEMECOLOR_INDEX_BRIGHTNESS" val="0"/>
  <p:tag name="KSO_WM_UNIT_FILL_TYPE" val="1"/>
  <p:tag name="KSO_WM_DIAGRAM_VIRTUALLY_FRAME" val="{&quot;height&quot;:388,&quot;width&quot;:850.64990234375}"/>
  <p:tag name="KSO_WM_DIAGRAM_MAX_ITEMCNT" val="5"/>
  <p:tag name="KSO_WM_DIAGRAM_COLOR_TRICK" val="1"/>
  <p:tag name="KSO_WM_DIAGRAM_GROUP_CODE" val="m1-1"/>
  <p:tag name="KSO_WM_UNIT_TYPE" val="m_h_i"/>
  <p:tag name="KSO_WM_TAG_VERSION" val="3.0"/>
  <p:tag name="KSO_WM_TEMPLATE_INDEX" val="20233199"/>
  <p:tag name="KSO_WM_UNIT_ID" val="diagram20233199_4*m_h_i*1_5_2"/>
  <p:tag name="KSO_WM_UNIT_DIAGRAM_ISNUMVISUAL" val="0"/>
  <p:tag name="KSO_WM_UNIT_HIGHLIGHT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4*m_h_f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3199_4*m_h_a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5_1"/>
  <p:tag name="KSO_WM_TEMPLATE_CATEGORY" val="diagram"/>
  <p:tag name="KSO_WM_TEMPLATE_INDEX" val="20233199"/>
  <p:tag name="KSO_WM_UNIT_LAYERLEVEL" val="1_1_1"/>
  <p:tag name="KSO_WM_TAG_VERSION" val="3.0"/>
  <p:tag name="KSO_WM_UNIT_VALUE" val="98*98"/>
  <p:tag name="KSO_WM_UNIT_TYPE" val="m_h_x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2_1"/>
  <p:tag name="KSO_WM_TEMPLATE_CATEGORY" val="diagram"/>
  <p:tag name="KSO_WM_TEMPLATE_INDEX" val="20233199"/>
  <p:tag name="KSO_WM_UNIT_LAYERLEVEL" val="1_1_1"/>
  <p:tag name="KSO_WM_TAG_VERSION" val="3.0"/>
  <p:tag name="KSO_WM_UNIT_VALUE" val="107*108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USESOURCEFORMAT_APPLY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5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5.xml><?xml version="1.0" encoding="utf-8"?>
<p:tagLst xmlns:p="http://schemas.openxmlformats.org/presentationml/2006/main">
  <p:tag name="KSO_WM_SLIDE_ID" val="diagram2023319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0.602*352.416"/>
  <p:tag name="KSO_WM_SLIDE_POSITION" val="54.8*138.464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457_4*a*1"/>
  <p:tag name="KSO_WM_TEMPLATE_CATEGORY" val="diagram"/>
  <p:tag name="KSO_WM_TEMPLATE_INDEX" val="20231457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4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4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4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457_4*m_h_i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1457_4*m_h_i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6_1"/>
  <p:tag name="KSO_WM_UNIT_ID" val="diagram20231457_4*m_h_i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4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4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4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4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57_4*m_h_f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57_4*m_h_a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4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4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7_4*m_h_f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7_4*m_h_a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1457_4*m_h_f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457_4*m_h_a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2.xml><?xml version="1.0" encoding="utf-8"?>
<p:tagLst xmlns:p="http://schemas.openxmlformats.org/presentationml/2006/main">
  <p:tag name="KSO_WM_SLIDE_ID" val="diagram20231457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49.65*387.648"/>
  <p:tag name="KSO_WM_SLIDE_POSITION" val="55.2999*123.352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28_4*a*1"/>
  <p:tag name="KSO_WM_TEMPLATE_CATEGORY" val="diagram"/>
  <p:tag name="KSO_WM_TEMPLATE_INDEX" val="2023692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1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5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2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8"/>
  <p:tag name="KSO_WM_DIAGRAM_MIN_ITEMCNT" val="4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5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5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5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5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7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6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6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8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7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8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7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84.xml><?xml version="1.0" encoding="utf-8"?>
<p:tagLst xmlns:p="http://schemas.openxmlformats.org/presentationml/2006/main">
  <p:tag name="KSO_WM_SLIDE_ID" val="diagram20236928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7"/>
  <p:tag name="KSO_WM_SLIDE_INDEX" val="4"/>
  <p:tag name="KSO_WM_SLIDE_SIZE" val="790.377*263.492"/>
  <p:tag name="KSO_WM_SLIDE_POSITION" val="90.7774*186.05"/>
  <p:tag name="KSO_WM_TAG_VERSION" val="3.0"/>
  <p:tag name="KSO_WM_BEAUTIFY_FLAG" val="#wm#"/>
  <p:tag name="KSO_WM_TEMPLATE_CATEGORY" val="diagram"/>
  <p:tag name="KSO_WM_TEMPLATE_INDEX" val="20231496"/>
  <p:tag name="KSO_WM_DIAGRAM_GROUP_CODE" val="m1-1"/>
  <p:tag name="KSO_WM_SLIDE_DIAGTYPE" val="m"/>
  <p:tag name="KSO_WM_SLIDE_LAYOUT" val="a_m"/>
  <p:tag name="KSO_WM_SLIDE_LAYOUT_CNT" val="1_1"/>
</p:tagLst>
</file>

<file path=ppt/tags/tag185.xml><?xml version="1.0" encoding="utf-8"?>
<p:tagLst xmlns:p="http://schemas.openxmlformats.org/presentationml/2006/main">
  <p:tag name="COUNT" val="2"/>
  <p:tag name="SN" val="HIDDEN"/>
</p:tagLst>
</file>

<file path=ppt/theme/theme1.xml><?xml version="1.0" encoding="utf-8"?>
<a:theme xmlns:a="http://schemas.openxmlformats.org/drawingml/2006/main" name="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WPS 演示</Application>
  <PresentationFormat>自定义</PresentationFormat>
  <Paragraphs>227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12</vt:i4>
      </vt:variant>
    </vt:vector>
  </HeadingPairs>
  <TitlesOfParts>
    <vt:vector size="44" baseType="lpstr">
      <vt:lpstr>Arial</vt:lpstr>
      <vt:lpstr>宋体</vt:lpstr>
      <vt:lpstr>Wingdings</vt:lpstr>
      <vt:lpstr>Manulife JH Sans</vt:lpstr>
      <vt:lpstr>苹方-简</vt:lpstr>
      <vt:lpstr>Noto Sans CJK SC Regular</vt:lpstr>
      <vt:lpstr>Noto Sans CJK SC Light</vt:lpstr>
      <vt:lpstr>Manulife JH Sans Light</vt:lpstr>
      <vt:lpstr>Noto Sans CJK SC</vt:lpstr>
      <vt:lpstr>思源黑体 CN Regular</vt:lpstr>
      <vt:lpstr>微软雅黑</vt:lpstr>
      <vt:lpstr>汉仪旗黑</vt:lpstr>
      <vt:lpstr>OPPOSans M</vt:lpstr>
      <vt:lpstr>宋体</vt:lpstr>
      <vt:lpstr>Arial Unicode MS</vt:lpstr>
      <vt:lpstr>黑体</vt:lpstr>
      <vt:lpstr>汉仪中黑KW</vt:lpstr>
      <vt:lpstr>汉仪书宋二KW</vt:lpstr>
      <vt:lpstr>Noto Sans CJK SC</vt:lpstr>
      <vt:lpstr>Noto Sans CJK SC Regular</vt:lpstr>
      <vt:lpstr>OPPOSans M</vt:lpstr>
      <vt:lpstr>微软雅黑</vt:lpstr>
      <vt:lpstr>思源黑体 CN Regular</vt:lpstr>
      <vt:lpstr>Manulife layouts</vt:lpstr>
      <vt:lpstr>1_Manulife layouts</vt:lpstr>
      <vt:lpstr>2_Manulife layouts</vt:lpstr>
      <vt:lpstr>3_Manulife layouts</vt:lpstr>
      <vt:lpstr>4_Manulife layouts</vt:lpstr>
      <vt:lpstr>5_Manulife layouts</vt:lpstr>
      <vt:lpstr>6_Manulife layouts</vt:lpstr>
      <vt:lpstr>7_Manulife layouts</vt:lpstr>
      <vt:lpstr>8_Manulife layouts</vt:lpstr>
      <vt:lpstr>{{标题}}</vt:lpstr>
      <vt:lpstr>PowerPoint 演示文稿</vt:lpstr>
      <vt:lpstr>单击此处添加标题</vt:lpstr>
      <vt:lpstr>单击此处添加标题</vt:lpstr>
      <vt:lpstr>单击此处添加页面的标题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helen</cp:lastModifiedBy>
  <cp:revision>1337</cp:revision>
  <dcterms:created xsi:type="dcterms:W3CDTF">2026-05-15T06:36:40Z</dcterms:created>
  <dcterms:modified xsi:type="dcterms:W3CDTF">2026-05-15T06:36:40Z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8295A5120CA423738CA4E16523BA05D2_43</vt:lpwstr>
  </property>
  <property fmtid="{D5CDD505-2E9C-101B-9397-08002B2CF9AE}" pid="3" name="KSOProductBuildVer">
    <vt:lpwstr>2052-12.1.25869.25869</vt:lpwstr>
  </property>
</Properties>
</file>